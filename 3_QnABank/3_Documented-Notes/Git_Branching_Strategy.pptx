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3" r:id="rId4"/>
  </p:sldMasterIdLst>
  <p:notesMasterIdLst>
    <p:notesMasterId r:id="rId15"/>
  </p:notesMasterIdLst>
  <p:sldIdLst>
    <p:sldId id="365" r:id="rId5"/>
    <p:sldId id="366" r:id="rId6"/>
    <p:sldId id="367" r:id="rId7"/>
    <p:sldId id="368" r:id="rId8"/>
    <p:sldId id="371" r:id="rId9"/>
    <p:sldId id="369" r:id="rId10"/>
    <p:sldId id="372" r:id="rId11"/>
    <p:sldId id="373" r:id="rId12"/>
    <p:sldId id="370" r:id="rId13"/>
    <p:sldId id="333" r:id="rId14"/>
  </p:sldIdLst>
  <p:sldSz cx="12188825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  <a:srgbClr val="CCCCCC"/>
    <a:srgbClr val="FFF5A2"/>
    <a:srgbClr val="FFF173"/>
    <a:srgbClr val="999999"/>
    <a:srgbClr val="666666"/>
    <a:srgbClr val="000000"/>
    <a:srgbClr val="FFFA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164" autoAdjust="0"/>
  </p:normalViewPr>
  <p:slideViewPr>
    <p:cSldViewPr snapToGrid="0">
      <p:cViewPr varScale="1">
        <p:scale>
          <a:sx n="53" d="100"/>
          <a:sy n="53" d="100"/>
        </p:scale>
        <p:origin x="15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2C36D3-AECD-40E2-9B66-BCB387E9AF6A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3371BF5-DA62-44FE-AFD1-B4F62E0E4BB8}">
      <dgm:prSet phldrT="[Text]"/>
      <dgm:spPr/>
      <dgm:t>
        <a:bodyPr/>
        <a:lstStyle/>
        <a:p>
          <a:r>
            <a:rPr lang="en-US" dirty="0"/>
            <a:t>Needs Branching &amp; Strategy</a:t>
          </a:r>
        </a:p>
      </dgm:t>
    </dgm:pt>
    <dgm:pt modelId="{E9C1FAA4-A9E1-4CFC-9293-D7F129BAC44E}" type="parTrans" cxnId="{C172B14C-71D7-4741-9263-67816D13C5C3}">
      <dgm:prSet/>
      <dgm:spPr/>
      <dgm:t>
        <a:bodyPr/>
        <a:lstStyle/>
        <a:p>
          <a:endParaRPr lang="en-US"/>
        </a:p>
      </dgm:t>
    </dgm:pt>
    <dgm:pt modelId="{01446E43-A161-492E-8763-6B9C6B869B85}" type="sibTrans" cxnId="{C172B14C-71D7-4741-9263-67816D13C5C3}">
      <dgm:prSet/>
      <dgm:spPr/>
      <dgm:t>
        <a:bodyPr/>
        <a:lstStyle/>
        <a:p>
          <a:endParaRPr lang="en-US"/>
        </a:p>
      </dgm:t>
    </dgm:pt>
    <dgm:pt modelId="{A66C24DF-716D-4E10-8B15-5C61123C839A}">
      <dgm:prSet phldrT="[Text]"/>
      <dgm:spPr/>
      <dgm:t>
        <a:bodyPr/>
        <a:lstStyle/>
        <a:p>
          <a:r>
            <a:rPr lang="en-US" dirty="0"/>
            <a:t>Who?</a:t>
          </a:r>
        </a:p>
      </dgm:t>
    </dgm:pt>
    <dgm:pt modelId="{7EA408BE-F521-4797-BEDE-D4B11B8FEE44}" type="parTrans" cxnId="{0D5DB6B9-FABC-4440-AF6A-82F4A731DD3C}">
      <dgm:prSet/>
      <dgm:spPr/>
      <dgm:t>
        <a:bodyPr/>
        <a:lstStyle/>
        <a:p>
          <a:endParaRPr lang="en-US"/>
        </a:p>
      </dgm:t>
    </dgm:pt>
    <dgm:pt modelId="{5B167B7F-07C5-4863-B3C0-36D49A584292}" type="sibTrans" cxnId="{0D5DB6B9-FABC-4440-AF6A-82F4A731DD3C}">
      <dgm:prSet/>
      <dgm:spPr/>
      <dgm:t>
        <a:bodyPr/>
        <a:lstStyle/>
        <a:p>
          <a:endParaRPr lang="en-US"/>
        </a:p>
      </dgm:t>
    </dgm:pt>
    <dgm:pt modelId="{D11DC84E-50CE-4937-B768-5BD3F7E20653}">
      <dgm:prSet phldrT="[Text]"/>
      <dgm:spPr/>
      <dgm:t>
        <a:bodyPr/>
        <a:lstStyle/>
        <a:p>
          <a:r>
            <a:rPr lang="en-US" dirty="0"/>
            <a:t>Need a strategy ?</a:t>
          </a:r>
        </a:p>
      </dgm:t>
    </dgm:pt>
    <dgm:pt modelId="{F9AF660C-1881-4D27-9065-2CF18A75E7CE}" type="parTrans" cxnId="{689485E2-B2F1-441F-861B-45018F388A2D}">
      <dgm:prSet/>
      <dgm:spPr/>
      <dgm:t>
        <a:bodyPr/>
        <a:lstStyle/>
        <a:p>
          <a:endParaRPr lang="en-US"/>
        </a:p>
      </dgm:t>
    </dgm:pt>
    <dgm:pt modelId="{AE096971-9EAF-4CA5-B520-84D34F7D9E44}" type="sibTrans" cxnId="{689485E2-B2F1-441F-861B-45018F388A2D}">
      <dgm:prSet/>
      <dgm:spPr/>
      <dgm:t>
        <a:bodyPr/>
        <a:lstStyle/>
        <a:p>
          <a:endParaRPr lang="en-US"/>
        </a:p>
      </dgm:t>
    </dgm:pt>
    <dgm:pt modelId="{207FEAB8-0CB6-481C-AFFF-B37AE23EC86D}">
      <dgm:prSet phldrT="[Text]"/>
      <dgm:spPr/>
      <dgm:t>
        <a:bodyPr/>
        <a:lstStyle/>
        <a:p>
          <a:r>
            <a:rPr lang="en-US" dirty="0"/>
            <a:t>Why?</a:t>
          </a:r>
        </a:p>
      </dgm:t>
    </dgm:pt>
    <dgm:pt modelId="{1A7A8F84-3E92-4601-B8E0-C293C68B652C}" type="parTrans" cxnId="{C3981F64-5794-40DF-866C-747AAEDFBBCC}">
      <dgm:prSet/>
      <dgm:spPr/>
      <dgm:t>
        <a:bodyPr/>
        <a:lstStyle/>
        <a:p>
          <a:endParaRPr lang="en-US"/>
        </a:p>
      </dgm:t>
    </dgm:pt>
    <dgm:pt modelId="{73B6A8E6-701F-46B9-99BE-B5F5621346CA}" type="sibTrans" cxnId="{C3981F64-5794-40DF-866C-747AAEDFBBCC}">
      <dgm:prSet/>
      <dgm:spPr/>
      <dgm:t>
        <a:bodyPr/>
        <a:lstStyle/>
        <a:p>
          <a:endParaRPr lang="en-US"/>
        </a:p>
      </dgm:t>
    </dgm:pt>
    <dgm:pt modelId="{4E4B7B6B-0F06-4738-9974-84819FF6FE95}">
      <dgm:prSet phldrT="[Text]"/>
      <dgm:spPr/>
      <dgm:t>
        <a:bodyPr/>
        <a:lstStyle/>
        <a:p>
          <a:r>
            <a:rPr lang="en-US" dirty="0"/>
            <a:t>To adopt and follow a strategy</a:t>
          </a:r>
        </a:p>
      </dgm:t>
    </dgm:pt>
    <dgm:pt modelId="{8F6C1B6E-9AB5-4A29-BF13-2A9E78180C81}" type="parTrans" cxnId="{BEF1D352-66D0-48E2-AA9D-2FF927183C1E}">
      <dgm:prSet/>
      <dgm:spPr/>
      <dgm:t>
        <a:bodyPr/>
        <a:lstStyle/>
        <a:p>
          <a:endParaRPr lang="en-US"/>
        </a:p>
      </dgm:t>
    </dgm:pt>
    <dgm:pt modelId="{D96E255F-0C93-4EBB-A590-484AD2586777}" type="sibTrans" cxnId="{BEF1D352-66D0-48E2-AA9D-2FF927183C1E}">
      <dgm:prSet/>
      <dgm:spPr/>
      <dgm:t>
        <a:bodyPr/>
        <a:lstStyle/>
        <a:p>
          <a:endParaRPr lang="en-US"/>
        </a:p>
      </dgm:t>
    </dgm:pt>
    <dgm:pt modelId="{2B5080E2-D409-4531-9480-3F3F084638D4}">
      <dgm:prSet phldrT="[Text]"/>
      <dgm:spPr/>
      <dgm:t>
        <a:bodyPr/>
        <a:lstStyle/>
        <a:p>
          <a:r>
            <a:rPr lang="en-US" dirty="0"/>
            <a:t>How?</a:t>
          </a:r>
        </a:p>
      </dgm:t>
    </dgm:pt>
    <dgm:pt modelId="{BD56264C-61A8-49DA-9AA1-C24F6F24660A}" type="parTrans" cxnId="{F6F51A56-6CDB-4A86-8C17-C4695ED17F32}">
      <dgm:prSet/>
      <dgm:spPr/>
      <dgm:t>
        <a:bodyPr/>
        <a:lstStyle/>
        <a:p>
          <a:endParaRPr lang="en-US"/>
        </a:p>
      </dgm:t>
    </dgm:pt>
    <dgm:pt modelId="{40D0C743-8174-4CC5-9AE4-5C6BF11CB09C}" type="sibTrans" cxnId="{F6F51A56-6CDB-4A86-8C17-C4695ED17F32}">
      <dgm:prSet/>
      <dgm:spPr/>
      <dgm:t>
        <a:bodyPr/>
        <a:lstStyle/>
        <a:p>
          <a:endParaRPr lang="en-US"/>
        </a:p>
      </dgm:t>
    </dgm:pt>
    <dgm:pt modelId="{0C9E7135-7619-468B-A624-A750DD25BB75}" type="pres">
      <dgm:prSet presAssocID="{DF2C36D3-AECD-40E2-9B66-BCB387E9AF6A}" presName="Name0" presStyleCnt="0">
        <dgm:presLayoutVars>
          <dgm:chMax/>
          <dgm:chPref/>
          <dgm:dir/>
          <dgm:animLvl val="lvl"/>
        </dgm:presLayoutVars>
      </dgm:prSet>
      <dgm:spPr/>
    </dgm:pt>
    <dgm:pt modelId="{D16A0315-634F-472D-A1A4-FDFDFB0510B6}" type="pres">
      <dgm:prSet presAssocID="{33371BF5-DA62-44FE-AFD1-B4F62E0E4BB8}" presName="composite" presStyleCnt="0"/>
      <dgm:spPr/>
    </dgm:pt>
    <dgm:pt modelId="{1A5197B9-725E-4239-A209-4DC908DA85E3}" type="pres">
      <dgm:prSet presAssocID="{33371BF5-DA62-44FE-AFD1-B4F62E0E4BB8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4F0BBFE7-3C5D-41F2-A466-6A4DD4536085}" type="pres">
      <dgm:prSet presAssocID="{33371BF5-DA62-44FE-AFD1-B4F62E0E4BB8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7C83AFA5-0964-41B6-9CA3-26923EFE7959}" type="pres">
      <dgm:prSet presAssocID="{33371BF5-DA62-44FE-AFD1-B4F62E0E4BB8}" presName="BalanceSpacing" presStyleCnt="0"/>
      <dgm:spPr/>
    </dgm:pt>
    <dgm:pt modelId="{472F9A7A-2203-4AF1-AC77-5FF047CEF016}" type="pres">
      <dgm:prSet presAssocID="{33371BF5-DA62-44FE-AFD1-B4F62E0E4BB8}" presName="BalanceSpacing1" presStyleCnt="0"/>
      <dgm:spPr/>
    </dgm:pt>
    <dgm:pt modelId="{84953FA7-927C-4044-8FD4-717A3B2CF1D3}" type="pres">
      <dgm:prSet presAssocID="{01446E43-A161-492E-8763-6B9C6B869B85}" presName="Accent1Text" presStyleLbl="node1" presStyleIdx="1" presStyleCnt="6"/>
      <dgm:spPr/>
    </dgm:pt>
    <dgm:pt modelId="{7BE7F427-A727-4363-A72D-83A864D7D346}" type="pres">
      <dgm:prSet presAssocID="{01446E43-A161-492E-8763-6B9C6B869B85}" presName="spaceBetweenRectangles" presStyleCnt="0"/>
      <dgm:spPr/>
    </dgm:pt>
    <dgm:pt modelId="{48DF3D76-E68E-4934-BB79-D46B43CE5B89}" type="pres">
      <dgm:prSet presAssocID="{D11DC84E-50CE-4937-B768-5BD3F7E20653}" presName="composite" presStyleCnt="0"/>
      <dgm:spPr/>
    </dgm:pt>
    <dgm:pt modelId="{AC05E721-0A0A-475B-A10C-20B28852979F}" type="pres">
      <dgm:prSet presAssocID="{D11DC84E-50CE-4937-B768-5BD3F7E20653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A413E1A8-6BE3-4DAA-8212-D9513236647A}" type="pres">
      <dgm:prSet presAssocID="{D11DC84E-50CE-4937-B768-5BD3F7E20653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015D81AE-53CA-4C7C-BD3F-C3D3615F5BA3}" type="pres">
      <dgm:prSet presAssocID="{D11DC84E-50CE-4937-B768-5BD3F7E20653}" presName="BalanceSpacing" presStyleCnt="0"/>
      <dgm:spPr/>
    </dgm:pt>
    <dgm:pt modelId="{31821478-B7C0-47BC-B915-B2E1AA72A5F9}" type="pres">
      <dgm:prSet presAssocID="{D11DC84E-50CE-4937-B768-5BD3F7E20653}" presName="BalanceSpacing1" presStyleCnt="0"/>
      <dgm:spPr/>
    </dgm:pt>
    <dgm:pt modelId="{D4857070-4607-4A1F-A90F-F42ACB173633}" type="pres">
      <dgm:prSet presAssocID="{AE096971-9EAF-4CA5-B520-84D34F7D9E44}" presName="Accent1Text" presStyleLbl="node1" presStyleIdx="3" presStyleCnt="6"/>
      <dgm:spPr/>
    </dgm:pt>
    <dgm:pt modelId="{681FD397-0EA4-4483-926F-C496B49F31AF}" type="pres">
      <dgm:prSet presAssocID="{AE096971-9EAF-4CA5-B520-84D34F7D9E44}" presName="spaceBetweenRectangles" presStyleCnt="0"/>
      <dgm:spPr/>
    </dgm:pt>
    <dgm:pt modelId="{53FE0704-4F55-4300-A62B-5B9C54A113D3}" type="pres">
      <dgm:prSet presAssocID="{4E4B7B6B-0F06-4738-9974-84819FF6FE95}" presName="composite" presStyleCnt="0"/>
      <dgm:spPr/>
    </dgm:pt>
    <dgm:pt modelId="{9678B53E-976A-4EEA-A31E-A9BAA9E2A2F3}" type="pres">
      <dgm:prSet presAssocID="{4E4B7B6B-0F06-4738-9974-84819FF6FE95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E4A03674-BA98-4735-9CB5-BD23CCEB1560}" type="pres">
      <dgm:prSet presAssocID="{4E4B7B6B-0F06-4738-9974-84819FF6FE95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DB3801D2-80B4-4CAE-B14B-A523F8FBD21D}" type="pres">
      <dgm:prSet presAssocID="{4E4B7B6B-0F06-4738-9974-84819FF6FE95}" presName="BalanceSpacing" presStyleCnt="0"/>
      <dgm:spPr/>
    </dgm:pt>
    <dgm:pt modelId="{845BB358-AC09-4BEB-BC59-972D487757E1}" type="pres">
      <dgm:prSet presAssocID="{4E4B7B6B-0F06-4738-9974-84819FF6FE95}" presName="BalanceSpacing1" presStyleCnt="0"/>
      <dgm:spPr/>
    </dgm:pt>
    <dgm:pt modelId="{DBC13A93-E5F2-436F-B7E4-97C694E895DE}" type="pres">
      <dgm:prSet presAssocID="{D96E255F-0C93-4EBB-A590-484AD2586777}" presName="Accent1Text" presStyleLbl="node1" presStyleIdx="5" presStyleCnt="6"/>
      <dgm:spPr/>
    </dgm:pt>
  </dgm:ptLst>
  <dgm:cxnLst>
    <dgm:cxn modelId="{70C6ED10-75BC-4CDB-94DD-9385A1FFAD45}" type="presOf" srcId="{4E4B7B6B-0F06-4738-9974-84819FF6FE95}" destId="{9678B53E-976A-4EEA-A31E-A9BAA9E2A2F3}" srcOrd="0" destOrd="0" presId="urn:microsoft.com/office/officeart/2008/layout/AlternatingHexagons"/>
    <dgm:cxn modelId="{C3981F64-5794-40DF-866C-747AAEDFBBCC}" srcId="{D11DC84E-50CE-4937-B768-5BD3F7E20653}" destId="{207FEAB8-0CB6-481C-AFFF-B37AE23EC86D}" srcOrd="0" destOrd="0" parTransId="{1A7A8F84-3E92-4601-B8E0-C293C68B652C}" sibTransId="{73B6A8E6-701F-46B9-99BE-B5F5621346CA}"/>
    <dgm:cxn modelId="{B374A867-D0AC-43E5-B2CC-4B1FEE8E5BBA}" type="presOf" srcId="{2B5080E2-D409-4531-9480-3F3F084638D4}" destId="{E4A03674-BA98-4735-9CB5-BD23CCEB1560}" srcOrd="0" destOrd="0" presId="urn:microsoft.com/office/officeart/2008/layout/AlternatingHexagons"/>
    <dgm:cxn modelId="{C172B14C-71D7-4741-9263-67816D13C5C3}" srcId="{DF2C36D3-AECD-40E2-9B66-BCB387E9AF6A}" destId="{33371BF5-DA62-44FE-AFD1-B4F62E0E4BB8}" srcOrd="0" destOrd="0" parTransId="{E9C1FAA4-A9E1-4CFC-9293-D7F129BAC44E}" sibTransId="{01446E43-A161-492E-8763-6B9C6B869B85}"/>
    <dgm:cxn modelId="{BEF1D352-66D0-48E2-AA9D-2FF927183C1E}" srcId="{DF2C36D3-AECD-40E2-9B66-BCB387E9AF6A}" destId="{4E4B7B6B-0F06-4738-9974-84819FF6FE95}" srcOrd="2" destOrd="0" parTransId="{8F6C1B6E-9AB5-4A29-BF13-2A9E78180C81}" sibTransId="{D96E255F-0C93-4EBB-A590-484AD2586777}"/>
    <dgm:cxn modelId="{36850F56-99EB-4FF1-9FB1-15B8941E6A6B}" type="presOf" srcId="{D96E255F-0C93-4EBB-A590-484AD2586777}" destId="{DBC13A93-E5F2-436F-B7E4-97C694E895DE}" srcOrd="0" destOrd="0" presId="urn:microsoft.com/office/officeart/2008/layout/AlternatingHexagons"/>
    <dgm:cxn modelId="{F6F51A56-6CDB-4A86-8C17-C4695ED17F32}" srcId="{4E4B7B6B-0F06-4738-9974-84819FF6FE95}" destId="{2B5080E2-D409-4531-9480-3F3F084638D4}" srcOrd="0" destOrd="0" parTransId="{BD56264C-61A8-49DA-9AA1-C24F6F24660A}" sibTransId="{40D0C743-8174-4CC5-9AE4-5C6BF11CB09C}"/>
    <dgm:cxn modelId="{7D290982-1092-4A18-830D-8357F0538820}" type="presOf" srcId="{207FEAB8-0CB6-481C-AFFF-B37AE23EC86D}" destId="{A413E1A8-6BE3-4DAA-8212-D9513236647A}" srcOrd="0" destOrd="0" presId="urn:microsoft.com/office/officeart/2008/layout/AlternatingHexagons"/>
    <dgm:cxn modelId="{0D5DB6B9-FABC-4440-AF6A-82F4A731DD3C}" srcId="{33371BF5-DA62-44FE-AFD1-B4F62E0E4BB8}" destId="{A66C24DF-716D-4E10-8B15-5C61123C839A}" srcOrd="0" destOrd="0" parTransId="{7EA408BE-F521-4797-BEDE-D4B11B8FEE44}" sibTransId="{5B167B7F-07C5-4863-B3C0-36D49A584292}"/>
    <dgm:cxn modelId="{73F692C7-A606-4347-9B40-33E953C19A63}" type="presOf" srcId="{33371BF5-DA62-44FE-AFD1-B4F62E0E4BB8}" destId="{1A5197B9-725E-4239-A209-4DC908DA85E3}" srcOrd="0" destOrd="0" presId="urn:microsoft.com/office/officeart/2008/layout/AlternatingHexagons"/>
    <dgm:cxn modelId="{3E3062D6-5CDF-4866-A451-F5AD0316FFF7}" type="presOf" srcId="{DF2C36D3-AECD-40E2-9B66-BCB387E9AF6A}" destId="{0C9E7135-7619-468B-A624-A750DD25BB75}" srcOrd="0" destOrd="0" presId="urn:microsoft.com/office/officeart/2008/layout/AlternatingHexagons"/>
    <dgm:cxn modelId="{689485E2-B2F1-441F-861B-45018F388A2D}" srcId="{DF2C36D3-AECD-40E2-9B66-BCB387E9AF6A}" destId="{D11DC84E-50CE-4937-B768-5BD3F7E20653}" srcOrd="1" destOrd="0" parTransId="{F9AF660C-1881-4D27-9065-2CF18A75E7CE}" sibTransId="{AE096971-9EAF-4CA5-B520-84D34F7D9E44}"/>
    <dgm:cxn modelId="{7F4487E3-165F-4907-9D5B-D8E6E3E621B1}" type="presOf" srcId="{D11DC84E-50CE-4937-B768-5BD3F7E20653}" destId="{AC05E721-0A0A-475B-A10C-20B28852979F}" srcOrd="0" destOrd="0" presId="urn:microsoft.com/office/officeart/2008/layout/AlternatingHexagons"/>
    <dgm:cxn modelId="{E3727FEB-5268-4970-831A-8F7261F8F100}" type="presOf" srcId="{AE096971-9EAF-4CA5-B520-84D34F7D9E44}" destId="{D4857070-4607-4A1F-A90F-F42ACB173633}" srcOrd="0" destOrd="0" presId="urn:microsoft.com/office/officeart/2008/layout/AlternatingHexagons"/>
    <dgm:cxn modelId="{28D415FC-1E88-42EB-9EA9-4FF0859EFF8F}" type="presOf" srcId="{01446E43-A161-492E-8763-6B9C6B869B85}" destId="{84953FA7-927C-4044-8FD4-717A3B2CF1D3}" srcOrd="0" destOrd="0" presId="urn:microsoft.com/office/officeart/2008/layout/AlternatingHexagons"/>
    <dgm:cxn modelId="{2D2446FD-0822-4CF6-985C-82F5F0E63938}" type="presOf" srcId="{A66C24DF-716D-4E10-8B15-5C61123C839A}" destId="{4F0BBFE7-3C5D-41F2-A466-6A4DD4536085}" srcOrd="0" destOrd="0" presId="urn:microsoft.com/office/officeart/2008/layout/AlternatingHexagons"/>
    <dgm:cxn modelId="{9B0C325D-6512-4CC8-B6BF-088D61093322}" type="presParOf" srcId="{0C9E7135-7619-468B-A624-A750DD25BB75}" destId="{D16A0315-634F-472D-A1A4-FDFDFB0510B6}" srcOrd="0" destOrd="0" presId="urn:microsoft.com/office/officeart/2008/layout/AlternatingHexagons"/>
    <dgm:cxn modelId="{C8E57A96-5DCF-4378-AC04-4D619163EDD9}" type="presParOf" srcId="{D16A0315-634F-472D-A1A4-FDFDFB0510B6}" destId="{1A5197B9-725E-4239-A209-4DC908DA85E3}" srcOrd="0" destOrd="0" presId="urn:microsoft.com/office/officeart/2008/layout/AlternatingHexagons"/>
    <dgm:cxn modelId="{E2A4BE8C-E837-4DCB-978B-68CB2AD11666}" type="presParOf" srcId="{D16A0315-634F-472D-A1A4-FDFDFB0510B6}" destId="{4F0BBFE7-3C5D-41F2-A466-6A4DD4536085}" srcOrd="1" destOrd="0" presId="urn:microsoft.com/office/officeart/2008/layout/AlternatingHexagons"/>
    <dgm:cxn modelId="{EC62D274-8B20-4CCB-824E-0AF3497B0FC5}" type="presParOf" srcId="{D16A0315-634F-472D-A1A4-FDFDFB0510B6}" destId="{7C83AFA5-0964-41B6-9CA3-26923EFE7959}" srcOrd="2" destOrd="0" presId="urn:microsoft.com/office/officeart/2008/layout/AlternatingHexagons"/>
    <dgm:cxn modelId="{60151BF1-2EB8-43D5-BE69-EC54AB86BCB5}" type="presParOf" srcId="{D16A0315-634F-472D-A1A4-FDFDFB0510B6}" destId="{472F9A7A-2203-4AF1-AC77-5FF047CEF016}" srcOrd="3" destOrd="0" presId="urn:microsoft.com/office/officeart/2008/layout/AlternatingHexagons"/>
    <dgm:cxn modelId="{132279A1-79C3-4BAC-B6F1-12F7F6D1E40C}" type="presParOf" srcId="{D16A0315-634F-472D-A1A4-FDFDFB0510B6}" destId="{84953FA7-927C-4044-8FD4-717A3B2CF1D3}" srcOrd="4" destOrd="0" presId="urn:microsoft.com/office/officeart/2008/layout/AlternatingHexagons"/>
    <dgm:cxn modelId="{C9844335-9D4F-4C41-87D0-B7E177885100}" type="presParOf" srcId="{0C9E7135-7619-468B-A624-A750DD25BB75}" destId="{7BE7F427-A727-4363-A72D-83A864D7D346}" srcOrd="1" destOrd="0" presId="urn:microsoft.com/office/officeart/2008/layout/AlternatingHexagons"/>
    <dgm:cxn modelId="{0BA08E94-C862-4E58-B86E-20931CBF05CC}" type="presParOf" srcId="{0C9E7135-7619-468B-A624-A750DD25BB75}" destId="{48DF3D76-E68E-4934-BB79-D46B43CE5B89}" srcOrd="2" destOrd="0" presId="urn:microsoft.com/office/officeart/2008/layout/AlternatingHexagons"/>
    <dgm:cxn modelId="{248F1A41-A355-4078-A430-67BBAAF24812}" type="presParOf" srcId="{48DF3D76-E68E-4934-BB79-D46B43CE5B89}" destId="{AC05E721-0A0A-475B-A10C-20B28852979F}" srcOrd="0" destOrd="0" presId="urn:microsoft.com/office/officeart/2008/layout/AlternatingHexagons"/>
    <dgm:cxn modelId="{93722E2D-B114-4BB7-BC1A-430730CDBCD6}" type="presParOf" srcId="{48DF3D76-E68E-4934-BB79-D46B43CE5B89}" destId="{A413E1A8-6BE3-4DAA-8212-D9513236647A}" srcOrd="1" destOrd="0" presId="urn:microsoft.com/office/officeart/2008/layout/AlternatingHexagons"/>
    <dgm:cxn modelId="{B1FA9A25-75BE-4716-B157-AA0EE7639D46}" type="presParOf" srcId="{48DF3D76-E68E-4934-BB79-D46B43CE5B89}" destId="{015D81AE-53CA-4C7C-BD3F-C3D3615F5BA3}" srcOrd="2" destOrd="0" presId="urn:microsoft.com/office/officeart/2008/layout/AlternatingHexagons"/>
    <dgm:cxn modelId="{6D32A46A-9A18-4577-A808-6E67EF8AA622}" type="presParOf" srcId="{48DF3D76-E68E-4934-BB79-D46B43CE5B89}" destId="{31821478-B7C0-47BC-B915-B2E1AA72A5F9}" srcOrd="3" destOrd="0" presId="urn:microsoft.com/office/officeart/2008/layout/AlternatingHexagons"/>
    <dgm:cxn modelId="{82408A38-D12A-4D6E-8509-5A6FD958E3D0}" type="presParOf" srcId="{48DF3D76-E68E-4934-BB79-D46B43CE5B89}" destId="{D4857070-4607-4A1F-A90F-F42ACB173633}" srcOrd="4" destOrd="0" presId="urn:microsoft.com/office/officeart/2008/layout/AlternatingHexagons"/>
    <dgm:cxn modelId="{31B67647-8AD5-4B93-A2A3-9F2DB024FB7D}" type="presParOf" srcId="{0C9E7135-7619-468B-A624-A750DD25BB75}" destId="{681FD397-0EA4-4483-926F-C496B49F31AF}" srcOrd="3" destOrd="0" presId="urn:microsoft.com/office/officeart/2008/layout/AlternatingHexagons"/>
    <dgm:cxn modelId="{FD204EB7-4FB7-4D16-9DE5-724D54ECACBA}" type="presParOf" srcId="{0C9E7135-7619-468B-A624-A750DD25BB75}" destId="{53FE0704-4F55-4300-A62B-5B9C54A113D3}" srcOrd="4" destOrd="0" presId="urn:microsoft.com/office/officeart/2008/layout/AlternatingHexagons"/>
    <dgm:cxn modelId="{93A12AC6-69A4-4ED5-B0D9-9917256E6F8B}" type="presParOf" srcId="{53FE0704-4F55-4300-A62B-5B9C54A113D3}" destId="{9678B53E-976A-4EEA-A31E-A9BAA9E2A2F3}" srcOrd="0" destOrd="0" presId="urn:microsoft.com/office/officeart/2008/layout/AlternatingHexagons"/>
    <dgm:cxn modelId="{EA5488A1-34BE-4617-9A69-415524E241CB}" type="presParOf" srcId="{53FE0704-4F55-4300-A62B-5B9C54A113D3}" destId="{E4A03674-BA98-4735-9CB5-BD23CCEB1560}" srcOrd="1" destOrd="0" presId="urn:microsoft.com/office/officeart/2008/layout/AlternatingHexagons"/>
    <dgm:cxn modelId="{CC42AB05-F032-41E3-B170-62CB6ED7A49E}" type="presParOf" srcId="{53FE0704-4F55-4300-A62B-5B9C54A113D3}" destId="{DB3801D2-80B4-4CAE-B14B-A523F8FBD21D}" srcOrd="2" destOrd="0" presId="urn:microsoft.com/office/officeart/2008/layout/AlternatingHexagons"/>
    <dgm:cxn modelId="{464900EC-CEBB-44A3-B7A6-B40D125A36D1}" type="presParOf" srcId="{53FE0704-4F55-4300-A62B-5B9C54A113D3}" destId="{845BB358-AC09-4BEB-BC59-972D487757E1}" srcOrd="3" destOrd="0" presId="urn:microsoft.com/office/officeart/2008/layout/AlternatingHexagons"/>
    <dgm:cxn modelId="{F61BE663-4BEE-4B2A-917C-C88903C43B25}" type="presParOf" srcId="{53FE0704-4F55-4300-A62B-5B9C54A113D3}" destId="{DBC13A93-E5F2-436F-B7E4-97C694E895DE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E4F79A-9738-446C-885F-8C4B548CDFFA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06B3E9BF-E850-4F42-9040-326F8158EC30}">
      <dgm:prSet phldrT="[Text]"/>
      <dgm:spPr/>
      <dgm:t>
        <a:bodyPr/>
        <a:lstStyle/>
        <a:p>
          <a:r>
            <a:rPr lang="en-US" dirty="0"/>
            <a:t>Team </a:t>
          </a:r>
        </a:p>
      </dgm:t>
    </dgm:pt>
    <dgm:pt modelId="{A9757B00-DD16-4646-B219-A97BB7D3ED23}" type="parTrans" cxnId="{D5B5E25B-B593-4B36-B164-BFCD2B3CD9F1}">
      <dgm:prSet/>
      <dgm:spPr/>
      <dgm:t>
        <a:bodyPr/>
        <a:lstStyle/>
        <a:p>
          <a:endParaRPr lang="en-US"/>
        </a:p>
      </dgm:t>
    </dgm:pt>
    <dgm:pt modelId="{1A1D3863-BB03-4731-A39F-E8E85E3B7FCE}" type="sibTrans" cxnId="{D5B5E25B-B593-4B36-B164-BFCD2B3CD9F1}">
      <dgm:prSet/>
      <dgm:spPr/>
      <dgm:t>
        <a:bodyPr/>
        <a:lstStyle/>
        <a:p>
          <a:endParaRPr lang="en-US"/>
        </a:p>
      </dgm:t>
    </dgm:pt>
    <dgm:pt modelId="{8A66E64D-3864-4351-B89E-C4B5CFE3ADCA}">
      <dgm:prSet phldrT="[Text]"/>
      <dgm:spPr/>
      <dgm:t>
        <a:bodyPr/>
        <a:lstStyle/>
        <a:p>
          <a:r>
            <a:rPr lang="en-US" dirty="0"/>
            <a:t>Collaborate &amp; Develop</a:t>
          </a:r>
        </a:p>
      </dgm:t>
    </dgm:pt>
    <dgm:pt modelId="{DF240C70-B32E-43D6-A49A-36D04034135F}" type="parTrans" cxnId="{FAD62C9D-CB2C-42FF-9BF6-653FE0BDA57D}">
      <dgm:prSet/>
      <dgm:spPr/>
      <dgm:t>
        <a:bodyPr/>
        <a:lstStyle/>
        <a:p>
          <a:endParaRPr lang="en-US"/>
        </a:p>
      </dgm:t>
    </dgm:pt>
    <dgm:pt modelId="{E895F294-1FB7-4F33-B908-5E4BB832DBA8}" type="sibTrans" cxnId="{FAD62C9D-CB2C-42FF-9BF6-653FE0BDA57D}">
      <dgm:prSet/>
      <dgm:spPr/>
      <dgm:t>
        <a:bodyPr/>
        <a:lstStyle/>
        <a:p>
          <a:endParaRPr lang="en-US"/>
        </a:p>
      </dgm:t>
    </dgm:pt>
    <dgm:pt modelId="{EA92B983-4E2F-4DE3-A7C6-BEFE78F8C3AF}">
      <dgm:prSet phldrT="[Text]"/>
      <dgm:spPr/>
      <dgm:t>
        <a:bodyPr/>
        <a:lstStyle/>
        <a:p>
          <a:r>
            <a:rPr lang="en-US" dirty="0"/>
            <a:t>Sustainable and maintainable</a:t>
          </a:r>
        </a:p>
      </dgm:t>
    </dgm:pt>
    <dgm:pt modelId="{34EBF8EE-D638-41E1-BB70-4B9D632921AA}" type="parTrans" cxnId="{B1E1098C-671F-46E1-9878-1D9697D64BE7}">
      <dgm:prSet/>
      <dgm:spPr/>
      <dgm:t>
        <a:bodyPr/>
        <a:lstStyle/>
        <a:p>
          <a:endParaRPr lang="en-US"/>
        </a:p>
      </dgm:t>
    </dgm:pt>
    <dgm:pt modelId="{CB5FA5F3-8B0F-4515-BE6B-B39F97B992D5}" type="sibTrans" cxnId="{B1E1098C-671F-46E1-9878-1D9697D64BE7}">
      <dgm:prSet/>
      <dgm:spPr/>
      <dgm:t>
        <a:bodyPr/>
        <a:lstStyle/>
        <a:p>
          <a:endParaRPr lang="en-US"/>
        </a:p>
      </dgm:t>
    </dgm:pt>
    <dgm:pt modelId="{5D184A9D-9C48-448A-A59A-4F527E52FEF0}" type="pres">
      <dgm:prSet presAssocID="{67E4F79A-9738-446C-885F-8C4B548CDFFA}" presName="Name0" presStyleCnt="0">
        <dgm:presLayoutVars>
          <dgm:dir/>
          <dgm:animLvl val="lvl"/>
          <dgm:resizeHandles val="exact"/>
        </dgm:presLayoutVars>
      </dgm:prSet>
      <dgm:spPr/>
    </dgm:pt>
    <dgm:pt modelId="{5917179E-BF46-488E-AA11-3545E55E4F41}" type="pres">
      <dgm:prSet presAssocID="{06B3E9BF-E850-4F42-9040-326F8158EC30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2ACB51A2-DD22-42A6-AE7C-0F78239336B0}" type="pres">
      <dgm:prSet presAssocID="{1A1D3863-BB03-4731-A39F-E8E85E3B7FCE}" presName="parTxOnlySpace" presStyleCnt="0"/>
      <dgm:spPr/>
    </dgm:pt>
    <dgm:pt modelId="{FF97B578-7FA5-4831-B6AB-FAC3A8E53809}" type="pres">
      <dgm:prSet presAssocID="{8A66E64D-3864-4351-B89E-C4B5CFE3ADCA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3945B982-C261-45C6-B9B1-20FA784F1526}" type="pres">
      <dgm:prSet presAssocID="{E895F294-1FB7-4F33-B908-5E4BB832DBA8}" presName="parTxOnlySpace" presStyleCnt="0"/>
      <dgm:spPr/>
    </dgm:pt>
    <dgm:pt modelId="{DD148673-F3B5-4026-8CA6-36808474DD89}" type="pres">
      <dgm:prSet presAssocID="{EA92B983-4E2F-4DE3-A7C6-BEFE78F8C3AF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64B2A705-F02F-4CBB-858D-F5E2DB6BC0CA}" type="presOf" srcId="{67E4F79A-9738-446C-885F-8C4B548CDFFA}" destId="{5D184A9D-9C48-448A-A59A-4F527E52FEF0}" srcOrd="0" destOrd="0" presId="urn:microsoft.com/office/officeart/2005/8/layout/chevron1"/>
    <dgm:cxn modelId="{2A496E0C-07D9-4FFC-837C-83D104A9A3E3}" type="presOf" srcId="{06B3E9BF-E850-4F42-9040-326F8158EC30}" destId="{5917179E-BF46-488E-AA11-3545E55E4F41}" srcOrd="0" destOrd="0" presId="urn:microsoft.com/office/officeart/2005/8/layout/chevron1"/>
    <dgm:cxn modelId="{D5B5E25B-B593-4B36-B164-BFCD2B3CD9F1}" srcId="{67E4F79A-9738-446C-885F-8C4B548CDFFA}" destId="{06B3E9BF-E850-4F42-9040-326F8158EC30}" srcOrd="0" destOrd="0" parTransId="{A9757B00-DD16-4646-B219-A97BB7D3ED23}" sibTransId="{1A1D3863-BB03-4731-A39F-E8E85E3B7FCE}"/>
    <dgm:cxn modelId="{878B4F7C-24CD-463C-A902-D41CD9468EB3}" type="presOf" srcId="{8A66E64D-3864-4351-B89E-C4B5CFE3ADCA}" destId="{FF97B578-7FA5-4831-B6AB-FAC3A8E53809}" srcOrd="0" destOrd="0" presId="urn:microsoft.com/office/officeart/2005/8/layout/chevron1"/>
    <dgm:cxn modelId="{B1E1098C-671F-46E1-9878-1D9697D64BE7}" srcId="{67E4F79A-9738-446C-885F-8C4B548CDFFA}" destId="{EA92B983-4E2F-4DE3-A7C6-BEFE78F8C3AF}" srcOrd="2" destOrd="0" parTransId="{34EBF8EE-D638-41E1-BB70-4B9D632921AA}" sibTransId="{CB5FA5F3-8B0F-4515-BE6B-B39F97B992D5}"/>
    <dgm:cxn modelId="{FAD62C9D-CB2C-42FF-9BF6-653FE0BDA57D}" srcId="{67E4F79A-9738-446C-885F-8C4B548CDFFA}" destId="{8A66E64D-3864-4351-B89E-C4B5CFE3ADCA}" srcOrd="1" destOrd="0" parTransId="{DF240C70-B32E-43D6-A49A-36D04034135F}" sibTransId="{E895F294-1FB7-4F33-B908-5E4BB832DBA8}"/>
    <dgm:cxn modelId="{0DC0DFFC-93F8-40BB-801F-E905EFDFFF71}" type="presOf" srcId="{EA92B983-4E2F-4DE3-A7C6-BEFE78F8C3AF}" destId="{DD148673-F3B5-4026-8CA6-36808474DD89}" srcOrd="0" destOrd="0" presId="urn:microsoft.com/office/officeart/2005/8/layout/chevron1"/>
    <dgm:cxn modelId="{7EC42D94-9132-4881-BF1D-CD086618D9F6}" type="presParOf" srcId="{5D184A9D-9C48-448A-A59A-4F527E52FEF0}" destId="{5917179E-BF46-488E-AA11-3545E55E4F41}" srcOrd="0" destOrd="0" presId="urn:microsoft.com/office/officeart/2005/8/layout/chevron1"/>
    <dgm:cxn modelId="{67E3F361-2381-48AA-BCC6-AB739C8E80CD}" type="presParOf" srcId="{5D184A9D-9C48-448A-A59A-4F527E52FEF0}" destId="{2ACB51A2-DD22-42A6-AE7C-0F78239336B0}" srcOrd="1" destOrd="0" presId="urn:microsoft.com/office/officeart/2005/8/layout/chevron1"/>
    <dgm:cxn modelId="{0E08596A-3013-4199-AA0F-19D36D187E87}" type="presParOf" srcId="{5D184A9D-9C48-448A-A59A-4F527E52FEF0}" destId="{FF97B578-7FA5-4831-B6AB-FAC3A8E53809}" srcOrd="2" destOrd="0" presId="urn:microsoft.com/office/officeart/2005/8/layout/chevron1"/>
    <dgm:cxn modelId="{706061BC-1BB4-4CFC-B685-8F5DC1B8DEFC}" type="presParOf" srcId="{5D184A9D-9C48-448A-A59A-4F527E52FEF0}" destId="{3945B982-C261-45C6-B9B1-20FA784F1526}" srcOrd="3" destOrd="0" presId="urn:microsoft.com/office/officeart/2005/8/layout/chevron1"/>
    <dgm:cxn modelId="{F9868E7C-AFBA-4900-8BE1-15BE3C2A7E82}" type="presParOf" srcId="{5D184A9D-9C48-448A-A59A-4F527E52FEF0}" destId="{DD148673-F3B5-4026-8CA6-36808474DD89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E3B303-1A20-481F-B47E-BC2886DB470E}" type="doc">
      <dgm:prSet loTypeId="urn:microsoft.com/office/officeart/2011/layout/CircleProcess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FECA2169-96C5-40A1-8359-FC1167525ED3}">
      <dgm:prSet phldrT="[Text]" custT="1"/>
      <dgm:spPr/>
      <dgm:t>
        <a:bodyPr/>
        <a:lstStyle/>
        <a:p>
          <a:r>
            <a:rPr lang="en-US" sz="1200" dirty="0"/>
            <a:t>Efforts are marked</a:t>
          </a:r>
        </a:p>
      </dgm:t>
    </dgm:pt>
    <dgm:pt modelId="{65C3C22A-C79F-4BC2-840C-5F61F54A3D65}" type="parTrans" cxnId="{13922502-B316-4EEB-9D80-8E90A9666AF1}">
      <dgm:prSet/>
      <dgm:spPr/>
      <dgm:t>
        <a:bodyPr/>
        <a:lstStyle/>
        <a:p>
          <a:endParaRPr lang="en-US"/>
        </a:p>
      </dgm:t>
    </dgm:pt>
    <dgm:pt modelId="{05EA3751-9D06-4944-ADAC-472BEB89065B}" type="sibTrans" cxnId="{13922502-B316-4EEB-9D80-8E90A9666AF1}">
      <dgm:prSet/>
      <dgm:spPr/>
      <dgm:t>
        <a:bodyPr/>
        <a:lstStyle/>
        <a:p>
          <a:endParaRPr lang="en-US"/>
        </a:p>
      </dgm:t>
    </dgm:pt>
    <dgm:pt modelId="{9C81D985-E40E-4428-B33A-EA1A72F0252D}">
      <dgm:prSet phldrT="[Text]" custT="1"/>
      <dgm:spPr/>
      <dgm:t>
        <a:bodyPr/>
        <a:lstStyle/>
        <a:p>
          <a:r>
            <a:rPr lang="en-US" sz="1200" dirty="0"/>
            <a:t>Change History is logged</a:t>
          </a:r>
        </a:p>
      </dgm:t>
    </dgm:pt>
    <dgm:pt modelId="{8C9DA295-2FFE-4390-A172-7E14B9B40A9E}" type="parTrans" cxnId="{40EF0445-B9F5-4AD9-A96D-D331230157E2}">
      <dgm:prSet/>
      <dgm:spPr/>
      <dgm:t>
        <a:bodyPr/>
        <a:lstStyle/>
        <a:p>
          <a:endParaRPr lang="en-US"/>
        </a:p>
      </dgm:t>
    </dgm:pt>
    <dgm:pt modelId="{85C56914-3A99-4250-8604-07EC7300A4D1}" type="sibTrans" cxnId="{40EF0445-B9F5-4AD9-A96D-D331230157E2}">
      <dgm:prSet/>
      <dgm:spPr/>
      <dgm:t>
        <a:bodyPr/>
        <a:lstStyle/>
        <a:p>
          <a:endParaRPr lang="en-US"/>
        </a:p>
      </dgm:t>
    </dgm:pt>
    <dgm:pt modelId="{31403E09-066D-43AD-8E86-CA179AE15ECE}">
      <dgm:prSet phldrT="[Text]"/>
      <dgm:spPr/>
      <dgm:t>
        <a:bodyPr/>
        <a:lstStyle/>
        <a:p>
          <a:r>
            <a:rPr lang="en-US" dirty="0"/>
            <a:t>Issue is traceable</a:t>
          </a:r>
        </a:p>
      </dgm:t>
    </dgm:pt>
    <dgm:pt modelId="{2FCB579A-7D8B-4951-935A-AAC0F689E01B}" type="parTrans" cxnId="{3B6D0B2D-FC32-475A-A9D4-9E2206063113}">
      <dgm:prSet/>
      <dgm:spPr/>
      <dgm:t>
        <a:bodyPr/>
        <a:lstStyle/>
        <a:p>
          <a:endParaRPr lang="en-US"/>
        </a:p>
      </dgm:t>
    </dgm:pt>
    <dgm:pt modelId="{410D1ABC-180E-4AC0-946F-ED4251C55CC6}" type="sibTrans" cxnId="{3B6D0B2D-FC32-475A-A9D4-9E2206063113}">
      <dgm:prSet/>
      <dgm:spPr/>
      <dgm:t>
        <a:bodyPr/>
        <a:lstStyle/>
        <a:p>
          <a:endParaRPr lang="en-US"/>
        </a:p>
      </dgm:t>
    </dgm:pt>
    <dgm:pt modelId="{34745618-CAA7-4AB3-9295-E65DC01E6D7F}" type="pres">
      <dgm:prSet presAssocID="{BFE3B303-1A20-481F-B47E-BC2886DB470E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DA0E0192-1895-462B-8E69-0E9D3D01BE58}" type="pres">
      <dgm:prSet presAssocID="{31403E09-066D-43AD-8E86-CA179AE15ECE}" presName="Accent3" presStyleCnt="0"/>
      <dgm:spPr/>
    </dgm:pt>
    <dgm:pt modelId="{1B487BCB-6550-4414-AD9A-75EA2CE508D4}" type="pres">
      <dgm:prSet presAssocID="{31403E09-066D-43AD-8E86-CA179AE15ECE}" presName="Accent" presStyleLbl="node1" presStyleIdx="0" presStyleCnt="3"/>
      <dgm:spPr/>
    </dgm:pt>
    <dgm:pt modelId="{0BE7B059-305B-4057-97D7-3B4582A7EC63}" type="pres">
      <dgm:prSet presAssocID="{31403E09-066D-43AD-8E86-CA179AE15ECE}" presName="ParentBackground3" presStyleCnt="0"/>
      <dgm:spPr/>
    </dgm:pt>
    <dgm:pt modelId="{12EA7A69-E43D-4114-9449-A8DEC0C2F124}" type="pres">
      <dgm:prSet presAssocID="{31403E09-066D-43AD-8E86-CA179AE15ECE}" presName="ParentBackground" presStyleLbl="fgAcc1" presStyleIdx="0" presStyleCnt="3"/>
      <dgm:spPr/>
    </dgm:pt>
    <dgm:pt modelId="{433FD8B2-849B-4439-B92E-B5B049E86D2F}" type="pres">
      <dgm:prSet presAssocID="{31403E09-066D-43AD-8E86-CA179AE15ECE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F8D3632B-1FA1-4B70-A749-730775547D2E}" type="pres">
      <dgm:prSet presAssocID="{9C81D985-E40E-4428-B33A-EA1A72F0252D}" presName="Accent2" presStyleCnt="0"/>
      <dgm:spPr/>
    </dgm:pt>
    <dgm:pt modelId="{F4DE7F14-1370-453C-9D85-01EDDD252542}" type="pres">
      <dgm:prSet presAssocID="{9C81D985-E40E-4428-B33A-EA1A72F0252D}" presName="Accent" presStyleLbl="node1" presStyleIdx="1" presStyleCnt="3"/>
      <dgm:spPr/>
    </dgm:pt>
    <dgm:pt modelId="{E9BB3CB3-45BC-48AC-B326-96A94BE89F77}" type="pres">
      <dgm:prSet presAssocID="{9C81D985-E40E-4428-B33A-EA1A72F0252D}" presName="ParentBackground2" presStyleCnt="0"/>
      <dgm:spPr/>
    </dgm:pt>
    <dgm:pt modelId="{32E469C5-C8DB-4DE4-9522-482BC410094A}" type="pres">
      <dgm:prSet presAssocID="{9C81D985-E40E-4428-B33A-EA1A72F0252D}" presName="ParentBackground" presStyleLbl="fgAcc1" presStyleIdx="1" presStyleCnt="3"/>
      <dgm:spPr/>
    </dgm:pt>
    <dgm:pt modelId="{9AEB2D4C-A41B-4901-BA07-2C09006BCF9B}" type="pres">
      <dgm:prSet presAssocID="{9C81D985-E40E-4428-B33A-EA1A72F0252D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6ADF3C52-F22D-437E-BE0A-D3225EBBC097}" type="pres">
      <dgm:prSet presAssocID="{FECA2169-96C5-40A1-8359-FC1167525ED3}" presName="Accent1" presStyleCnt="0"/>
      <dgm:spPr/>
    </dgm:pt>
    <dgm:pt modelId="{E987EBAD-F280-4101-9A5E-4F4076252BF6}" type="pres">
      <dgm:prSet presAssocID="{FECA2169-96C5-40A1-8359-FC1167525ED3}" presName="Accent" presStyleLbl="node1" presStyleIdx="2" presStyleCnt="3"/>
      <dgm:spPr/>
    </dgm:pt>
    <dgm:pt modelId="{10736EE9-1EDF-4257-A90B-1AA462E384C5}" type="pres">
      <dgm:prSet presAssocID="{FECA2169-96C5-40A1-8359-FC1167525ED3}" presName="ParentBackground1" presStyleCnt="0"/>
      <dgm:spPr/>
    </dgm:pt>
    <dgm:pt modelId="{05618632-00E7-44E6-8E6E-6A9B5511954D}" type="pres">
      <dgm:prSet presAssocID="{FECA2169-96C5-40A1-8359-FC1167525ED3}" presName="ParentBackground" presStyleLbl="fgAcc1" presStyleIdx="2" presStyleCnt="3"/>
      <dgm:spPr/>
    </dgm:pt>
    <dgm:pt modelId="{858B4EB0-0244-4D96-8B2F-B891B855A3C2}" type="pres">
      <dgm:prSet presAssocID="{FECA2169-96C5-40A1-8359-FC1167525ED3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13922502-B316-4EEB-9D80-8E90A9666AF1}" srcId="{BFE3B303-1A20-481F-B47E-BC2886DB470E}" destId="{FECA2169-96C5-40A1-8359-FC1167525ED3}" srcOrd="0" destOrd="0" parTransId="{65C3C22A-C79F-4BC2-840C-5F61F54A3D65}" sibTransId="{05EA3751-9D06-4944-ADAC-472BEB89065B}"/>
    <dgm:cxn modelId="{3B6D0B2D-FC32-475A-A9D4-9E2206063113}" srcId="{BFE3B303-1A20-481F-B47E-BC2886DB470E}" destId="{31403E09-066D-43AD-8E86-CA179AE15ECE}" srcOrd="2" destOrd="0" parTransId="{2FCB579A-7D8B-4951-935A-AAC0F689E01B}" sibTransId="{410D1ABC-180E-4AC0-946F-ED4251C55CC6}"/>
    <dgm:cxn modelId="{1149E53D-95D7-4CC7-9ED5-77F21A830368}" type="presOf" srcId="{9C81D985-E40E-4428-B33A-EA1A72F0252D}" destId="{32E469C5-C8DB-4DE4-9522-482BC410094A}" srcOrd="0" destOrd="0" presId="urn:microsoft.com/office/officeart/2011/layout/CircleProcess"/>
    <dgm:cxn modelId="{238FDE44-C4A0-4F8C-B6F5-93BFE5CBC7D2}" type="presOf" srcId="{31403E09-066D-43AD-8E86-CA179AE15ECE}" destId="{12EA7A69-E43D-4114-9449-A8DEC0C2F124}" srcOrd="0" destOrd="0" presId="urn:microsoft.com/office/officeart/2011/layout/CircleProcess"/>
    <dgm:cxn modelId="{40EF0445-B9F5-4AD9-A96D-D331230157E2}" srcId="{BFE3B303-1A20-481F-B47E-BC2886DB470E}" destId="{9C81D985-E40E-4428-B33A-EA1A72F0252D}" srcOrd="1" destOrd="0" parTransId="{8C9DA295-2FFE-4390-A172-7E14B9B40A9E}" sibTransId="{85C56914-3A99-4250-8604-07EC7300A4D1}"/>
    <dgm:cxn modelId="{05405748-AB7D-45AE-B7F3-97F6812F3C80}" type="presOf" srcId="{31403E09-066D-43AD-8E86-CA179AE15ECE}" destId="{433FD8B2-849B-4439-B92E-B5B049E86D2F}" srcOrd="1" destOrd="0" presId="urn:microsoft.com/office/officeart/2011/layout/CircleProcess"/>
    <dgm:cxn modelId="{ECC5754A-BE99-48A8-98E6-D0664246EAF4}" type="presOf" srcId="{FECA2169-96C5-40A1-8359-FC1167525ED3}" destId="{05618632-00E7-44E6-8E6E-6A9B5511954D}" srcOrd="0" destOrd="0" presId="urn:microsoft.com/office/officeart/2011/layout/CircleProcess"/>
    <dgm:cxn modelId="{C0A216AB-BCF5-4662-BCC3-741942684916}" type="presOf" srcId="{9C81D985-E40E-4428-B33A-EA1A72F0252D}" destId="{9AEB2D4C-A41B-4901-BA07-2C09006BCF9B}" srcOrd="1" destOrd="0" presId="urn:microsoft.com/office/officeart/2011/layout/CircleProcess"/>
    <dgm:cxn modelId="{E2FD27D4-A1F8-4280-A62E-240A9B18028C}" type="presOf" srcId="{BFE3B303-1A20-481F-B47E-BC2886DB470E}" destId="{34745618-CAA7-4AB3-9295-E65DC01E6D7F}" srcOrd="0" destOrd="0" presId="urn:microsoft.com/office/officeart/2011/layout/CircleProcess"/>
    <dgm:cxn modelId="{157782EA-B7A5-4608-B546-E99F6B7FCFE0}" type="presOf" srcId="{FECA2169-96C5-40A1-8359-FC1167525ED3}" destId="{858B4EB0-0244-4D96-8B2F-B891B855A3C2}" srcOrd="1" destOrd="0" presId="urn:microsoft.com/office/officeart/2011/layout/CircleProcess"/>
    <dgm:cxn modelId="{3B4B66F9-492B-4B5D-8947-5CF786F97E60}" type="presParOf" srcId="{34745618-CAA7-4AB3-9295-E65DC01E6D7F}" destId="{DA0E0192-1895-462B-8E69-0E9D3D01BE58}" srcOrd="0" destOrd="0" presId="urn:microsoft.com/office/officeart/2011/layout/CircleProcess"/>
    <dgm:cxn modelId="{A190506B-315E-4506-B7B6-5CD6DEBA16A5}" type="presParOf" srcId="{DA0E0192-1895-462B-8E69-0E9D3D01BE58}" destId="{1B487BCB-6550-4414-AD9A-75EA2CE508D4}" srcOrd="0" destOrd="0" presId="urn:microsoft.com/office/officeart/2011/layout/CircleProcess"/>
    <dgm:cxn modelId="{001B8F09-4310-4166-8633-6D8075FC3EFD}" type="presParOf" srcId="{34745618-CAA7-4AB3-9295-E65DC01E6D7F}" destId="{0BE7B059-305B-4057-97D7-3B4582A7EC63}" srcOrd="1" destOrd="0" presId="urn:microsoft.com/office/officeart/2011/layout/CircleProcess"/>
    <dgm:cxn modelId="{E928A524-C6F1-41BE-81E7-80953AB9E20A}" type="presParOf" srcId="{0BE7B059-305B-4057-97D7-3B4582A7EC63}" destId="{12EA7A69-E43D-4114-9449-A8DEC0C2F124}" srcOrd="0" destOrd="0" presId="urn:microsoft.com/office/officeart/2011/layout/CircleProcess"/>
    <dgm:cxn modelId="{DCEE0276-BD26-43DA-A3E5-12949FA6226E}" type="presParOf" srcId="{34745618-CAA7-4AB3-9295-E65DC01E6D7F}" destId="{433FD8B2-849B-4439-B92E-B5B049E86D2F}" srcOrd="2" destOrd="0" presId="urn:microsoft.com/office/officeart/2011/layout/CircleProcess"/>
    <dgm:cxn modelId="{125D6C95-28D7-4610-98A0-BBA9E8CE71CE}" type="presParOf" srcId="{34745618-CAA7-4AB3-9295-E65DC01E6D7F}" destId="{F8D3632B-1FA1-4B70-A749-730775547D2E}" srcOrd="3" destOrd="0" presId="urn:microsoft.com/office/officeart/2011/layout/CircleProcess"/>
    <dgm:cxn modelId="{DA145527-7A78-45EC-88BF-5E791AF992E6}" type="presParOf" srcId="{F8D3632B-1FA1-4B70-A749-730775547D2E}" destId="{F4DE7F14-1370-453C-9D85-01EDDD252542}" srcOrd="0" destOrd="0" presId="urn:microsoft.com/office/officeart/2011/layout/CircleProcess"/>
    <dgm:cxn modelId="{56A1A4FB-8103-4ED5-9D9E-4971DBB6A0A7}" type="presParOf" srcId="{34745618-CAA7-4AB3-9295-E65DC01E6D7F}" destId="{E9BB3CB3-45BC-48AC-B326-96A94BE89F77}" srcOrd="4" destOrd="0" presId="urn:microsoft.com/office/officeart/2011/layout/CircleProcess"/>
    <dgm:cxn modelId="{489F02C8-3B66-462B-BB42-97BDCE6A96FA}" type="presParOf" srcId="{E9BB3CB3-45BC-48AC-B326-96A94BE89F77}" destId="{32E469C5-C8DB-4DE4-9522-482BC410094A}" srcOrd="0" destOrd="0" presId="urn:microsoft.com/office/officeart/2011/layout/CircleProcess"/>
    <dgm:cxn modelId="{42A5F2BD-7DC4-4DA8-875D-4482396F1B25}" type="presParOf" srcId="{34745618-CAA7-4AB3-9295-E65DC01E6D7F}" destId="{9AEB2D4C-A41B-4901-BA07-2C09006BCF9B}" srcOrd="5" destOrd="0" presId="urn:microsoft.com/office/officeart/2011/layout/CircleProcess"/>
    <dgm:cxn modelId="{1512BB77-A083-4FF4-A702-BD96D8792230}" type="presParOf" srcId="{34745618-CAA7-4AB3-9295-E65DC01E6D7F}" destId="{6ADF3C52-F22D-437E-BE0A-D3225EBBC097}" srcOrd="6" destOrd="0" presId="urn:microsoft.com/office/officeart/2011/layout/CircleProcess"/>
    <dgm:cxn modelId="{3FE29E18-B961-46F6-8F71-FE030C1500DE}" type="presParOf" srcId="{6ADF3C52-F22D-437E-BE0A-D3225EBBC097}" destId="{E987EBAD-F280-4101-9A5E-4F4076252BF6}" srcOrd="0" destOrd="0" presId="urn:microsoft.com/office/officeart/2011/layout/CircleProcess"/>
    <dgm:cxn modelId="{BCE2DA25-7AA8-4460-8240-89EF00617492}" type="presParOf" srcId="{34745618-CAA7-4AB3-9295-E65DC01E6D7F}" destId="{10736EE9-1EDF-4257-A90B-1AA462E384C5}" srcOrd="7" destOrd="0" presId="urn:microsoft.com/office/officeart/2011/layout/CircleProcess"/>
    <dgm:cxn modelId="{AEAB8EA8-2FE0-474F-A50A-0E2BD449EACB}" type="presParOf" srcId="{10736EE9-1EDF-4257-A90B-1AA462E384C5}" destId="{05618632-00E7-44E6-8E6E-6A9B5511954D}" srcOrd="0" destOrd="0" presId="urn:microsoft.com/office/officeart/2011/layout/CircleProcess"/>
    <dgm:cxn modelId="{90F22D45-BC36-4DE4-A228-D333AFF80DB6}" type="presParOf" srcId="{34745618-CAA7-4AB3-9295-E65DC01E6D7F}" destId="{858B4EB0-0244-4D96-8B2F-B891B855A3C2}" srcOrd="8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7E4F79A-9738-446C-885F-8C4B548CDFFA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06B3E9BF-E850-4F42-9040-326F8158EC30}">
      <dgm:prSet phldrT="[Text]"/>
      <dgm:spPr/>
      <dgm:t>
        <a:bodyPr/>
        <a:lstStyle/>
        <a:p>
          <a:r>
            <a:rPr lang="en-US" dirty="0"/>
            <a:t>Development culture</a:t>
          </a:r>
        </a:p>
        <a:p>
          <a:r>
            <a:rPr lang="en-US" dirty="0"/>
            <a:t>Of Team</a:t>
          </a:r>
        </a:p>
      </dgm:t>
    </dgm:pt>
    <dgm:pt modelId="{A9757B00-DD16-4646-B219-A97BB7D3ED23}" type="parTrans" cxnId="{D5B5E25B-B593-4B36-B164-BFCD2B3CD9F1}">
      <dgm:prSet/>
      <dgm:spPr/>
      <dgm:t>
        <a:bodyPr/>
        <a:lstStyle/>
        <a:p>
          <a:endParaRPr lang="en-US"/>
        </a:p>
      </dgm:t>
    </dgm:pt>
    <dgm:pt modelId="{1A1D3863-BB03-4731-A39F-E8E85E3B7FCE}" type="sibTrans" cxnId="{D5B5E25B-B593-4B36-B164-BFCD2B3CD9F1}">
      <dgm:prSet/>
      <dgm:spPr/>
      <dgm:t>
        <a:bodyPr/>
        <a:lstStyle/>
        <a:p>
          <a:endParaRPr lang="en-US"/>
        </a:p>
      </dgm:t>
    </dgm:pt>
    <dgm:pt modelId="{8A66E64D-3864-4351-B89E-C4B5CFE3ADCA}">
      <dgm:prSet phldrT="[Text]"/>
      <dgm:spPr/>
      <dgm:t>
        <a:bodyPr/>
        <a:lstStyle/>
        <a:p>
          <a:r>
            <a:rPr lang="en-US" dirty="0"/>
            <a:t>Efficiency and productivity </a:t>
          </a:r>
        </a:p>
      </dgm:t>
    </dgm:pt>
    <dgm:pt modelId="{DF240C70-B32E-43D6-A49A-36D04034135F}" type="parTrans" cxnId="{FAD62C9D-CB2C-42FF-9BF6-653FE0BDA57D}">
      <dgm:prSet/>
      <dgm:spPr/>
      <dgm:t>
        <a:bodyPr/>
        <a:lstStyle/>
        <a:p>
          <a:endParaRPr lang="en-US"/>
        </a:p>
      </dgm:t>
    </dgm:pt>
    <dgm:pt modelId="{E895F294-1FB7-4F33-B908-5E4BB832DBA8}" type="sibTrans" cxnId="{FAD62C9D-CB2C-42FF-9BF6-653FE0BDA57D}">
      <dgm:prSet/>
      <dgm:spPr/>
      <dgm:t>
        <a:bodyPr/>
        <a:lstStyle/>
        <a:p>
          <a:endParaRPr lang="en-US"/>
        </a:p>
      </dgm:t>
    </dgm:pt>
    <dgm:pt modelId="{EA92B983-4E2F-4DE3-A7C6-BEFE78F8C3AF}">
      <dgm:prSet phldrT="[Text]"/>
      <dgm:spPr/>
      <dgm:t>
        <a:bodyPr/>
        <a:lstStyle/>
        <a:p>
          <a:r>
            <a:rPr lang="en-US" dirty="0"/>
            <a:t>Visibility and quality</a:t>
          </a:r>
        </a:p>
      </dgm:t>
    </dgm:pt>
    <dgm:pt modelId="{34EBF8EE-D638-41E1-BB70-4B9D632921AA}" type="parTrans" cxnId="{B1E1098C-671F-46E1-9878-1D9697D64BE7}">
      <dgm:prSet/>
      <dgm:spPr/>
      <dgm:t>
        <a:bodyPr/>
        <a:lstStyle/>
        <a:p>
          <a:endParaRPr lang="en-US"/>
        </a:p>
      </dgm:t>
    </dgm:pt>
    <dgm:pt modelId="{CB5FA5F3-8B0F-4515-BE6B-B39F97B992D5}" type="sibTrans" cxnId="{B1E1098C-671F-46E1-9878-1D9697D64BE7}">
      <dgm:prSet/>
      <dgm:spPr/>
      <dgm:t>
        <a:bodyPr/>
        <a:lstStyle/>
        <a:p>
          <a:endParaRPr lang="en-US"/>
        </a:p>
      </dgm:t>
    </dgm:pt>
    <dgm:pt modelId="{5D184A9D-9C48-448A-A59A-4F527E52FEF0}" type="pres">
      <dgm:prSet presAssocID="{67E4F79A-9738-446C-885F-8C4B548CDFFA}" presName="Name0" presStyleCnt="0">
        <dgm:presLayoutVars>
          <dgm:dir/>
          <dgm:animLvl val="lvl"/>
          <dgm:resizeHandles val="exact"/>
        </dgm:presLayoutVars>
      </dgm:prSet>
      <dgm:spPr/>
    </dgm:pt>
    <dgm:pt modelId="{5917179E-BF46-488E-AA11-3545E55E4F41}" type="pres">
      <dgm:prSet presAssocID="{06B3E9BF-E850-4F42-9040-326F8158EC30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2ACB51A2-DD22-42A6-AE7C-0F78239336B0}" type="pres">
      <dgm:prSet presAssocID="{1A1D3863-BB03-4731-A39F-E8E85E3B7FCE}" presName="parTxOnlySpace" presStyleCnt="0"/>
      <dgm:spPr/>
    </dgm:pt>
    <dgm:pt modelId="{FF97B578-7FA5-4831-B6AB-FAC3A8E53809}" type="pres">
      <dgm:prSet presAssocID="{8A66E64D-3864-4351-B89E-C4B5CFE3ADCA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3945B982-C261-45C6-B9B1-20FA784F1526}" type="pres">
      <dgm:prSet presAssocID="{E895F294-1FB7-4F33-B908-5E4BB832DBA8}" presName="parTxOnlySpace" presStyleCnt="0"/>
      <dgm:spPr/>
    </dgm:pt>
    <dgm:pt modelId="{DD148673-F3B5-4026-8CA6-36808474DD89}" type="pres">
      <dgm:prSet presAssocID="{EA92B983-4E2F-4DE3-A7C6-BEFE78F8C3AF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64B2A705-F02F-4CBB-858D-F5E2DB6BC0CA}" type="presOf" srcId="{67E4F79A-9738-446C-885F-8C4B548CDFFA}" destId="{5D184A9D-9C48-448A-A59A-4F527E52FEF0}" srcOrd="0" destOrd="0" presId="urn:microsoft.com/office/officeart/2005/8/layout/chevron1"/>
    <dgm:cxn modelId="{2A496E0C-07D9-4FFC-837C-83D104A9A3E3}" type="presOf" srcId="{06B3E9BF-E850-4F42-9040-326F8158EC30}" destId="{5917179E-BF46-488E-AA11-3545E55E4F41}" srcOrd="0" destOrd="0" presId="urn:microsoft.com/office/officeart/2005/8/layout/chevron1"/>
    <dgm:cxn modelId="{D5B5E25B-B593-4B36-B164-BFCD2B3CD9F1}" srcId="{67E4F79A-9738-446C-885F-8C4B548CDFFA}" destId="{06B3E9BF-E850-4F42-9040-326F8158EC30}" srcOrd="0" destOrd="0" parTransId="{A9757B00-DD16-4646-B219-A97BB7D3ED23}" sibTransId="{1A1D3863-BB03-4731-A39F-E8E85E3B7FCE}"/>
    <dgm:cxn modelId="{878B4F7C-24CD-463C-A902-D41CD9468EB3}" type="presOf" srcId="{8A66E64D-3864-4351-B89E-C4B5CFE3ADCA}" destId="{FF97B578-7FA5-4831-B6AB-FAC3A8E53809}" srcOrd="0" destOrd="0" presId="urn:microsoft.com/office/officeart/2005/8/layout/chevron1"/>
    <dgm:cxn modelId="{B1E1098C-671F-46E1-9878-1D9697D64BE7}" srcId="{67E4F79A-9738-446C-885F-8C4B548CDFFA}" destId="{EA92B983-4E2F-4DE3-A7C6-BEFE78F8C3AF}" srcOrd="2" destOrd="0" parTransId="{34EBF8EE-D638-41E1-BB70-4B9D632921AA}" sibTransId="{CB5FA5F3-8B0F-4515-BE6B-B39F97B992D5}"/>
    <dgm:cxn modelId="{FAD62C9D-CB2C-42FF-9BF6-653FE0BDA57D}" srcId="{67E4F79A-9738-446C-885F-8C4B548CDFFA}" destId="{8A66E64D-3864-4351-B89E-C4B5CFE3ADCA}" srcOrd="1" destOrd="0" parTransId="{DF240C70-B32E-43D6-A49A-36D04034135F}" sibTransId="{E895F294-1FB7-4F33-B908-5E4BB832DBA8}"/>
    <dgm:cxn modelId="{0DC0DFFC-93F8-40BB-801F-E905EFDFFF71}" type="presOf" srcId="{EA92B983-4E2F-4DE3-A7C6-BEFE78F8C3AF}" destId="{DD148673-F3B5-4026-8CA6-36808474DD89}" srcOrd="0" destOrd="0" presId="urn:microsoft.com/office/officeart/2005/8/layout/chevron1"/>
    <dgm:cxn modelId="{7EC42D94-9132-4881-BF1D-CD086618D9F6}" type="presParOf" srcId="{5D184A9D-9C48-448A-A59A-4F527E52FEF0}" destId="{5917179E-BF46-488E-AA11-3545E55E4F41}" srcOrd="0" destOrd="0" presId="urn:microsoft.com/office/officeart/2005/8/layout/chevron1"/>
    <dgm:cxn modelId="{67E3F361-2381-48AA-BCC6-AB739C8E80CD}" type="presParOf" srcId="{5D184A9D-9C48-448A-A59A-4F527E52FEF0}" destId="{2ACB51A2-DD22-42A6-AE7C-0F78239336B0}" srcOrd="1" destOrd="0" presId="urn:microsoft.com/office/officeart/2005/8/layout/chevron1"/>
    <dgm:cxn modelId="{0E08596A-3013-4199-AA0F-19D36D187E87}" type="presParOf" srcId="{5D184A9D-9C48-448A-A59A-4F527E52FEF0}" destId="{FF97B578-7FA5-4831-B6AB-FAC3A8E53809}" srcOrd="2" destOrd="0" presId="urn:microsoft.com/office/officeart/2005/8/layout/chevron1"/>
    <dgm:cxn modelId="{706061BC-1BB4-4CFC-B685-8F5DC1B8DEFC}" type="presParOf" srcId="{5D184A9D-9C48-448A-A59A-4F527E52FEF0}" destId="{3945B982-C261-45C6-B9B1-20FA784F1526}" srcOrd="3" destOrd="0" presId="urn:microsoft.com/office/officeart/2005/8/layout/chevron1"/>
    <dgm:cxn modelId="{F9868E7C-AFBA-4900-8BE1-15BE3C2A7E82}" type="presParOf" srcId="{5D184A9D-9C48-448A-A59A-4F527E52FEF0}" destId="{DD148673-F3B5-4026-8CA6-36808474DD89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7740E63-C1C7-4A4D-840B-623861117B41}" type="doc">
      <dgm:prSet loTypeId="urn:microsoft.com/office/officeart/2009/layout/CircleArrowProcess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32EAB758-26CF-4E19-818D-3E8E007DE434}">
      <dgm:prSet phldrT="[Text]"/>
      <dgm:spPr/>
      <dgm:t>
        <a:bodyPr/>
        <a:lstStyle/>
        <a:p>
          <a:r>
            <a:rPr lang="en-US" dirty="0"/>
            <a:t>Fork or Clone</a:t>
          </a:r>
        </a:p>
      </dgm:t>
    </dgm:pt>
    <dgm:pt modelId="{6DB5B694-F4D3-4BEF-8A66-55985EDA7B6E}" type="parTrans" cxnId="{ADB2E4EE-DAC0-4C7A-B9B7-2764AE419F3A}">
      <dgm:prSet/>
      <dgm:spPr/>
      <dgm:t>
        <a:bodyPr/>
        <a:lstStyle/>
        <a:p>
          <a:endParaRPr lang="en-US"/>
        </a:p>
      </dgm:t>
    </dgm:pt>
    <dgm:pt modelId="{A3658FCE-5356-40D2-858B-36CAFBB5C4D0}" type="sibTrans" cxnId="{ADB2E4EE-DAC0-4C7A-B9B7-2764AE419F3A}">
      <dgm:prSet/>
      <dgm:spPr/>
      <dgm:t>
        <a:bodyPr/>
        <a:lstStyle/>
        <a:p>
          <a:endParaRPr lang="en-US"/>
        </a:p>
      </dgm:t>
    </dgm:pt>
    <dgm:pt modelId="{1366D707-4CE9-4681-88FE-FB7F951A7E23}">
      <dgm:prSet phldrT="[Text]"/>
      <dgm:spPr/>
      <dgm:t>
        <a:bodyPr/>
        <a:lstStyle/>
        <a:p>
          <a:r>
            <a:rPr lang="en-US" dirty="0"/>
            <a:t>Name of branch</a:t>
          </a:r>
        </a:p>
      </dgm:t>
    </dgm:pt>
    <dgm:pt modelId="{5B3F42D5-5FC6-4D7D-B690-E0E9830FC5E4}" type="parTrans" cxnId="{8687841E-8CE9-407A-ABBB-2E166B690529}">
      <dgm:prSet/>
      <dgm:spPr/>
      <dgm:t>
        <a:bodyPr/>
        <a:lstStyle/>
        <a:p>
          <a:endParaRPr lang="en-US"/>
        </a:p>
      </dgm:t>
    </dgm:pt>
    <dgm:pt modelId="{66BEBCD8-1F03-4DAD-B753-427A172CC8FE}" type="sibTrans" cxnId="{8687841E-8CE9-407A-ABBB-2E166B690529}">
      <dgm:prSet/>
      <dgm:spPr/>
      <dgm:t>
        <a:bodyPr/>
        <a:lstStyle/>
        <a:p>
          <a:endParaRPr lang="en-US"/>
        </a:p>
      </dgm:t>
    </dgm:pt>
    <dgm:pt modelId="{E0220CCA-80A2-4196-9341-F65444F06C31}">
      <dgm:prSet phldrT="[Text]"/>
      <dgm:spPr/>
      <dgm:t>
        <a:bodyPr/>
        <a:lstStyle/>
        <a:p>
          <a:r>
            <a:rPr lang="en-US" dirty="0"/>
            <a:t>Commits</a:t>
          </a:r>
        </a:p>
      </dgm:t>
    </dgm:pt>
    <dgm:pt modelId="{AB212D24-2568-41AF-97A0-5B1533F9AD82}" type="parTrans" cxnId="{5763F73E-0E27-43EC-A27F-9F61C717998E}">
      <dgm:prSet/>
      <dgm:spPr/>
      <dgm:t>
        <a:bodyPr/>
        <a:lstStyle/>
        <a:p>
          <a:endParaRPr lang="en-US"/>
        </a:p>
      </dgm:t>
    </dgm:pt>
    <dgm:pt modelId="{21662B50-A719-4E2C-932A-7CCFFA916823}" type="sibTrans" cxnId="{5763F73E-0E27-43EC-A27F-9F61C717998E}">
      <dgm:prSet/>
      <dgm:spPr/>
      <dgm:t>
        <a:bodyPr/>
        <a:lstStyle/>
        <a:p>
          <a:endParaRPr lang="en-US"/>
        </a:p>
      </dgm:t>
    </dgm:pt>
    <dgm:pt modelId="{EF91E6F1-2AD5-4621-84DE-B64540460471}">
      <dgm:prSet phldrT="[Text]"/>
      <dgm:spPr/>
      <dgm:t>
        <a:bodyPr/>
        <a:lstStyle/>
        <a:p>
          <a:r>
            <a:rPr lang="en-US" dirty="0"/>
            <a:t>Commit history</a:t>
          </a:r>
        </a:p>
      </dgm:t>
    </dgm:pt>
    <dgm:pt modelId="{CFC393B6-2050-49DB-AF19-0D84AB4153C0}" type="parTrans" cxnId="{A8BCEC88-9D22-44D7-83B0-ABD8E2D25729}">
      <dgm:prSet/>
      <dgm:spPr/>
      <dgm:t>
        <a:bodyPr/>
        <a:lstStyle/>
        <a:p>
          <a:endParaRPr lang="en-US"/>
        </a:p>
      </dgm:t>
    </dgm:pt>
    <dgm:pt modelId="{CE02D867-6900-413A-AB3B-9F17501F8CC7}" type="sibTrans" cxnId="{A8BCEC88-9D22-44D7-83B0-ABD8E2D25729}">
      <dgm:prSet/>
      <dgm:spPr/>
      <dgm:t>
        <a:bodyPr/>
        <a:lstStyle/>
        <a:p>
          <a:endParaRPr lang="en-US"/>
        </a:p>
      </dgm:t>
    </dgm:pt>
    <dgm:pt modelId="{37DFF300-6E0F-43E1-B35A-DC158CD223A6}">
      <dgm:prSet phldrT="[Text]"/>
      <dgm:spPr/>
      <dgm:t>
        <a:bodyPr/>
        <a:lstStyle/>
        <a:p>
          <a:r>
            <a:rPr lang="en-US" dirty="0"/>
            <a:t>Adherence to the strategy</a:t>
          </a:r>
        </a:p>
      </dgm:t>
    </dgm:pt>
    <dgm:pt modelId="{086979A4-1A8D-4D59-82FD-3ADC96314BE5}" type="parTrans" cxnId="{4C9ABD3F-F2E3-4B15-98E9-2620D75BDA93}">
      <dgm:prSet/>
      <dgm:spPr/>
      <dgm:t>
        <a:bodyPr/>
        <a:lstStyle/>
        <a:p>
          <a:endParaRPr lang="en-US"/>
        </a:p>
      </dgm:t>
    </dgm:pt>
    <dgm:pt modelId="{DC6C0F71-B7BF-4A3F-A925-C874E2D3119F}" type="sibTrans" cxnId="{4C9ABD3F-F2E3-4B15-98E9-2620D75BDA93}">
      <dgm:prSet/>
      <dgm:spPr/>
      <dgm:t>
        <a:bodyPr/>
        <a:lstStyle/>
        <a:p>
          <a:endParaRPr lang="en-US"/>
        </a:p>
      </dgm:t>
    </dgm:pt>
    <dgm:pt modelId="{51E0CE79-EBFD-4ECB-B6FF-794B7B8027CD}">
      <dgm:prSet phldrT="[Text]"/>
      <dgm:spPr/>
      <dgm:t>
        <a:bodyPr/>
        <a:lstStyle/>
        <a:p>
          <a:r>
            <a:rPr lang="en-US" dirty="0"/>
            <a:t>Improve quality and productivity</a:t>
          </a:r>
        </a:p>
      </dgm:t>
    </dgm:pt>
    <dgm:pt modelId="{6CECCBE3-E386-4059-9810-439268FE166A}" type="parTrans" cxnId="{BAFEEB0D-AA37-45DA-96F3-DA1C81605781}">
      <dgm:prSet/>
      <dgm:spPr/>
      <dgm:t>
        <a:bodyPr/>
        <a:lstStyle/>
        <a:p>
          <a:endParaRPr lang="en-US"/>
        </a:p>
      </dgm:t>
    </dgm:pt>
    <dgm:pt modelId="{9717CBB1-70B6-482E-A398-145F1D3A414A}" type="sibTrans" cxnId="{BAFEEB0D-AA37-45DA-96F3-DA1C81605781}">
      <dgm:prSet/>
      <dgm:spPr/>
      <dgm:t>
        <a:bodyPr/>
        <a:lstStyle/>
        <a:p>
          <a:endParaRPr lang="en-US"/>
        </a:p>
      </dgm:t>
    </dgm:pt>
    <dgm:pt modelId="{04CF5C32-C1C2-4D9D-8CD8-023F3BD6532C}" type="pres">
      <dgm:prSet presAssocID="{57740E63-C1C7-4A4D-840B-623861117B41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A3BEBA2B-9CFD-4F86-8EE0-E05A8EFE162D}" type="pres">
      <dgm:prSet presAssocID="{32EAB758-26CF-4E19-818D-3E8E007DE434}" presName="Accent1" presStyleCnt="0"/>
      <dgm:spPr/>
    </dgm:pt>
    <dgm:pt modelId="{1C6A10B5-4F2C-4637-A150-64B586A3E566}" type="pres">
      <dgm:prSet presAssocID="{32EAB758-26CF-4E19-818D-3E8E007DE434}" presName="Accent" presStyleLbl="node1" presStyleIdx="0" presStyleCnt="6"/>
      <dgm:spPr/>
    </dgm:pt>
    <dgm:pt modelId="{416C0B5A-97A6-4F23-9369-BE442B9865F5}" type="pres">
      <dgm:prSet presAssocID="{32EAB758-26CF-4E19-818D-3E8E007DE434}" presName="Parent1" presStyleLbl="revTx" presStyleIdx="0" presStyleCnt="6">
        <dgm:presLayoutVars>
          <dgm:chMax val="1"/>
          <dgm:chPref val="1"/>
          <dgm:bulletEnabled val="1"/>
        </dgm:presLayoutVars>
      </dgm:prSet>
      <dgm:spPr/>
    </dgm:pt>
    <dgm:pt modelId="{5F528709-80AE-4DE1-8E21-82EB0CF0A207}" type="pres">
      <dgm:prSet presAssocID="{1366D707-4CE9-4681-88FE-FB7F951A7E23}" presName="Accent2" presStyleCnt="0"/>
      <dgm:spPr/>
    </dgm:pt>
    <dgm:pt modelId="{36C66186-D246-4877-B49B-E1B259EBDE58}" type="pres">
      <dgm:prSet presAssocID="{1366D707-4CE9-4681-88FE-FB7F951A7E23}" presName="Accent" presStyleLbl="node1" presStyleIdx="1" presStyleCnt="6"/>
      <dgm:spPr/>
    </dgm:pt>
    <dgm:pt modelId="{42860B84-0CE1-43D9-9BD8-A2B37B616357}" type="pres">
      <dgm:prSet presAssocID="{1366D707-4CE9-4681-88FE-FB7F951A7E23}" presName="Parent2" presStyleLbl="revTx" presStyleIdx="1" presStyleCnt="6">
        <dgm:presLayoutVars>
          <dgm:chMax val="1"/>
          <dgm:chPref val="1"/>
          <dgm:bulletEnabled val="1"/>
        </dgm:presLayoutVars>
      </dgm:prSet>
      <dgm:spPr/>
    </dgm:pt>
    <dgm:pt modelId="{678EC4F4-B6D2-42D6-B5D1-35861439E77A}" type="pres">
      <dgm:prSet presAssocID="{E0220CCA-80A2-4196-9341-F65444F06C31}" presName="Accent3" presStyleCnt="0"/>
      <dgm:spPr/>
    </dgm:pt>
    <dgm:pt modelId="{CEABC337-08FF-4F76-9264-599B148D6D61}" type="pres">
      <dgm:prSet presAssocID="{E0220CCA-80A2-4196-9341-F65444F06C31}" presName="Accent" presStyleLbl="node1" presStyleIdx="2" presStyleCnt="6"/>
      <dgm:spPr/>
    </dgm:pt>
    <dgm:pt modelId="{8DAE9BA8-5E62-4B15-9CE1-779C572B8C5F}" type="pres">
      <dgm:prSet presAssocID="{E0220CCA-80A2-4196-9341-F65444F06C31}" presName="Parent3" presStyleLbl="revTx" presStyleIdx="2" presStyleCnt="6">
        <dgm:presLayoutVars>
          <dgm:chMax val="1"/>
          <dgm:chPref val="1"/>
          <dgm:bulletEnabled val="1"/>
        </dgm:presLayoutVars>
      </dgm:prSet>
      <dgm:spPr/>
    </dgm:pt>
    <dgm:pt modelId="{AC21F6E3-50F8-4030-81D4-6CE3386091A3}" type="pres">
      <dgm:prSet presAssocID="{EF91E6F1-2AD5-4621-84DE-B64540460471}" presName="Accent4" presStyleCnt="0"/>
      <dgm:spPr/>
    </dgm:pt>
    <dgm:pt modelId="{A5BCFC8C-5B0B-4CCF-A23D-D6D05DA9AD1B}" type="pres">
      <dgm:prSet presAssocID="{EF91E6F1-2AD5-4621-84DE-B64540460471}" presName="Accent" presStyleLbl="node1" presStyleIdx="3" presStyleCnt="6"/>
      <dgm:spPr/>
    </dgm:pt>
    <dgm:pt modelId="{7B516A8B-9F3D-4501-80C1-711085FCD362}" type="pres">
      <dgm:prSet presAssocID="{EF91E6F1-2AD5-4621-84DE-B64540460471}" presName="Parent4" presStyleLbl="revTx" presStyleIdx="3" presStyleCnt="6">
        <dgm:presLayoutVars>
          <dgm:chMax val="1"/>
          <dgm:chPref val="1"/>
          <dgm:bulletEnabled val="1"/>
        </dgm:presLayoutVars>
      </dgm:prSet>
      <dgm:spPr/>
    </dgm:pt>
    <dgm:pt modelId="{62C83FCF-CA22-44F6-973A-08E83C2EA3D7}" type="pres">
      <dgm:prSet presAssocID="{37DFF300-6E0F-43E1-B35A-DC158CD223A6}" presName="Accent5" presStyleCnt="0"/>
      <dgm:spPr/>
    </dgm:pt>
    <dgm:pt modelId="{BD462367-3F70-4F39-BACA-2572BA607EC0}" type="pres">
      <dgm:prSet presAssocID="{37DFF300-6E0F-43E1-B35A-DC158CD223A6}" presName="Accent" presStyleLbl="node1" presStyleIdx="4" presStyleCnt="6"/>
      <dgm:spPr/>
    </dgm:pt>
    <dgm:pt modelId="{F03EAD16-74AE-4B81-A946-5E58372DFEFF}" type="pres">
      <dgm:prSet presAssocID="{37DFF300-6E0F-43E1-B35A-DC158CD223A6}" presName="Parent5" presStyleLbl="revTx" presStyleIdx="4" presStyleCnt="6">
        <dgm:presLayoutVars>
          <dgm:chMax val="1"/>
          <dgm:chPref val="1"/>
          <dgm:bulletEnabled val="1"/>
        </dgm:presLayoutVars>
      </dgm:prSet>
      <dgm:spPr/>
    </dgm:pt>
    <dgm:pt modelId="{782EAC13-2851-4308-8F2C-5392C1921EC3}" type="pres">
      <dgm:prSet presAssocID="{51E0CE79-EBFD-4ECB-B6FF-794B7B8027CD}" presName="Accent6" presStyleCnt="0"/>
      <dgm:spPr/>
    </dgm:pt>
    <dgm:pt modelId="{3AC68147-8ED4-4605-8A7A-BCCEFD90C498}" type="pres">
      <dgm:prSet presAssocID="{51E0CE79-EBFD-4ECB-B6FF-794B7B8027CD}" presName="Accent" presStyleLbl="node1" presStyleIdx="5" presStyleCnt="6"/>
      <dgm:spPr/>
    </dgm:pt>
    <dgm:pt modelId="{9785CF2A-B707-4355-83F4-A2DD667DA494}" type="pres">
      <dgm:prSet presAssocID="{51E0CE79-EBFD-4ECB-B6FF-794B7B8027CD}" presName="Parent6" presStyleLbl="revTx" presStyleIdx="5" presStyleCnt="6">
        <dgm:presLayoutVars>
          <dgm:chMax val="1"/>
          <dgm:chPref val="1"/>
          <dgm:bulletEnabled val="1"/>
        </dgm:presLayoutVars>
      </dgm:prSet>
      <dgm:spPr/>
    </dgm:pt>
  </dgm:ptLst>
  <dgm:cxnLst>
    <dgm:cxn modelId="{BAFEEB0D-AA37-45DA-96F3-DA1C81605781}" srcId="{57740E63-C1C7-4A4D-840B-623861117B41}" destId="{51E0CE79-EBFD-4ECB-B6FF-794B7B8027CD}" srcOrd="5" destOrd="0" parTransId="{6CECCBE3-E386-4059-9810-439268FE166A}" sibTransId="{9717CBB1-70B6-482E-A398-145F1D3A414A}"/>
    <dgm:cxn modelId="{4BEDC512-66CA-40EB-BA72-47DCAADB4A57}" type="presOf" srcId="{57740E63-C1C7-4A4D-840B-623861117B41}" destId="{04CF5C32-C1C2-4D9D-8CD8-023F3BD6532C}" srcOrd="0" destOrd="0" presId="urn:microsoft.com/office/officeart/2009/layout/CircleArrowProcess"/>
    <dgm:cxn modelId="{8687841E-8CE9-407A-ABBB-2E166B690529}" srcId="{57740E63-C1C7-4A4D-840B-623861117B41}" destId="{1366D707-4CE9-4681-88FE-FB7F951A7E23}" srcOrd="1" destOrd="0" parTransId="{5B3F42D5-5FC6-4D7D-B690-E0E9830FC5E4}" sibTransId="{66BEBCD8-1F03-4DAD-B753-427A172CC8FE}"/>
    <dgm:cxn modelId="{717D8228-97CC-49AB-9C63-B53BF0C1550B}" type="presOf" srcId="{E0220CCA-80A2-4196-9341-F65444F06C31}" destId="{8DAE9BA8-5E62-4B15-9CE1-779C572B8C5F}" srcOrd="0" destOrd="0" presId="urn:microsoft.com/office/officeart/2009/layout/CircleArrowProcess"/>
    <dgm:cxn modelId="{5763F73E-0E27-43EC-A27F-9F61C717998E}" srcId="{57740E63-C1C7-4A4D-840B-623861117B41}" destId="{E0220CCA-80A2-4196-9341-F65444F06C31}" srcOrd="2" destOrd="0" parTransId="{AB212D24-2568-41AF-97A0-5B1533F9AD82}" sibTransId="{21662B50-A719-4E2C-932A-7CCFFA916823}"/>
    <dgm:cxn modelId="{4C9ABD3F-F2E3-4B15-98E9-2620D75BDA93}" srcId="{57740E63-C1C7-4A4D-840B-623861117B41}" destId="{37DFF300-6E0F-43E1-B35A-DC158CD223A6}" srcOrd="4" destOrd="0" parTransId="{086979A4-1A8D-4D59-82FD-3ADC96314BE5}" sibTransId="{DC6C0F71-B7BF-4A3F-A925-C874E2D3119F}"/>
    <dgm:cxn modelId="{2EC5CC65-596E-4F64-88B6-AA73DD4D5C6D}" type="presOf" srcId="{EF91E6F1-2AD5-4621-84DE-B64540460471}" destId="{7B516A8B-9F3D-4501-80C1-711085FCD362}" srcOrd="0" destOrd="0" presId="urn:microsoft.com/office/officeart/2009/layout/CircleArrowProcess"/>
    <dgm:cxn modelId="{A8BCEC88-9D22-44D7-83B0-ABD8E2D25729}" srcId="{57740E63-C1C7-4A4D-840B-623861117B41}" destId="{EF91E6F1-2AD5-4621-84DE-B64540460471}" srcOrd="3" destOrd="0" parTransId="{CFC393B6-2050-49DB-AF19-0D84AB4153C0}" sibTransId="{CE02D867-6900-413A-AB3B-9F17501F8CC7}"/>
    <dgm:cxn modelId="{791561A4-04D8-43D2-9657-AD87E574B9B4}" type="presOf" srcId="{1366D707-4CE9-4681-88FE-FB7F951A7E23}" destId="{42860B84-0CE1-43D9-9BD8-A2B37B616357}" srcOrd="0" destOrd="0" presId="urn:microsoft.com/office/officeart/2009/layout/CircleArrowProcess"/>
    <dgm:cxn modelId="{FBBE9BEA-5913-409D-AA0C-35248902BD38}" type="presOf" srcId="{32EAB758-26CF-4E19-818D-3E8E007DE434}" destId="{416C0B5A-97A6-4F23-9369-BE442B9865F5}" srcOrd="0" destOrd="0" presId="urn:microsoft.com/office/officeart/2009/layout/CircleArrowProcess"/>
    <dgm:cxn modelId="{ADB2E4EE-DAC0-4C7A-B9B7-2764AE419F3A}" srcId="{57740E63-C1C7-4A4D-840B-623861117B41}" destId="{32EAB758-26CF-4E19-818D-3E8E007DE434}" srcOrd="0" destOrd="0" parTransId="{6DB5B694-F4D3-4BEF-8A66-55985EDA7B6E}" sibTransId="{A3658FCE-5356-40D2-858B-36CAFBB5C4D0}"/>
    <dgm:cxn modelId="{002ABCFA-772D-4D07-A51A-86004A006E10}" type="presOf" srcId="{37DFF300-6E0F-43E1-B35A-DC158CD223A6}" destId="{F03EAD16-74AE-4B81-A946-5E58372DFEFF}" srcOrd="0" destOrd="0" presId="urn:microsoft.com/office/officeart/2009/layout/CircleArrowProcess"/>
    <dgm:cxn modelId="{FDA846FE-212A-48CC-9288-C05CF6BE4B16}" type="presOf" srcId="{51E0CE79-EBFD-4ECB-B6FF-794B7B8027CD}" destId="{9785CF2A-B707-4355-83F4-A2DD667DA494}" srcOrd="0" destOrd="0" presId="urn:microsoft.com/office/officeart/2009/layout/CircleArrowProcess"/>
    <dgm:cxn modelId="{8DDBF3B2-2326-49E0-A4F1-A27F663BD966}" type="presParOf" srcId="{04CF5C32-C1C2-4D9D-8CD8-023F3BD6532C}" destId="{A3BEBA2B-9CFD-4F86-8EE0-E05A8EFE162D}" srcOrd="0" destOrd="0" presId="urn:microsoft.com/office/officeart/2009/layout/CircleArrowProcess"/>
    <dgm:cxn modelId="{99A415DA-2B69-4B9A-A884-795858446322}" type="presParOf" srcId="{A3BEBA2B-9CFD-4F86-8EE0-E05A8EFE162D}" destId="{1C6A10B5-4F2C-4637-A150-64B586A3E566}" srcOrd="0" destOrd="0" presId="urn:microsoft.com/office/officeart/2009/layout/CircleArrowProcess"/>
    <dgm:cxn modelId="{EFF14D46-9D39-4136-B68F-0E40A0E1CFF9}" type="presParOf" srcId="{04CF5C32-C1C2-4D9D-8CD8-023F3BD6532C}" destId="{416C0B5A-97A6-4F23-9369-BE442B9865F5}" srcOrd="1" destOrd="0" presId="urn:microsoft.com/office/officeart/2009/layout/CircleArrowProcess"/>
    <dgm:cxn modelId="{0986E292-4554-4635-BD8F-9064F3C37426}" type="presParOf" srcId="{04CF5C32-C1C2-4D9D-8CD8-023F3BD6532C}" destId="{5F528709-80AE-4DE1-8E21-82EB0CF0A207}" srcOrd="2" destOrd="0" presId="urn:microsoft.com/office/officeart/2009/layout/CircleArrowProcess"/>
    <dgm:cxn modelId="{B48BF031-D1E7-4448-8033-D422F0C96CE6}" type="presParOf" srcId="{5F528709-80AE-4DE1-8E21-82EB0CF0A207}" destId="{36C66186-D246-4877-B49B-E1B259EBDE58}" srcOrd="0" destOrd="0" presId="urn:microsoft.com/office/officeart/2009/layout/CircleArrowProcess"/>
    <dgm:cxn modelId="{9BD3AAD1-9D64-46F2-A0E8-32F017055814}" type="presParOf" srcId="{04CF5C32-C1C2-4D9D-8CD8-023F3BD6532C}" destId="{42860B84-0CE1-43D9-9BD8-A2B37B616357}" srcOrd="3" destOrd="0" presId="urn:microsoft.com/office/officeart/2009/layout/CircleArrowProcess"/>
    <dgm:cxn modelId="{458828DF-DF00-40BD-8E38-853ACD85FEB7}" type="presParOf" srcId="{04CF5C32-C1C2-4D9D-8CD8-023F3BD6532C}" destId="{678EC4F4-B6D2-42D6-B5D1-35861439E77A}" srcOrd="4" destOrd="0" presId="urn:microsoft.com/office/officeart/2009/layout/CircleArrowProcess"/>
    <dgm:cxn modelId="{990F0CAA-A327-4E18-A26A-29A0BACD242A}" type="presParOf" srcId="{678EC4F4-B6D2-42D6-B5D1-35861439E77A}" destId="{CEABC337-08FF-4F76-9264-599B148D6D61}" srcOrd="0" destOrd="0" presId="urn:microsoft.com/office/officeart/2009/layout/CircleArrowProcess"/>
    <dgm:cxn modelId="{D79A7728-A3C6-48CF-8C97-1033131F9F84}" type="presParOf" srcId="{04CF5C32-C1C2-4D9D-8CD8-023F3BD6532C}" destId="{8DAE9BA8-5E62-4B15-9CE1-779C572B8C5F}" srcOrd="5" destOrd="0" presId="urn:microsoft.com/office/officeart/2009/layout/CircleArrowProcess"/>
    <dgm:cxn modelId="{62184EBB-F6CD-4F80-BAA0-E767BD0A723A}" type="presParOf" srcId="{04CF5C32-C1C2-4D9D-8CD8-023F3BD6532C}" destId="{AC21F6E3-50F8-4030-81D4-6CE3386091A3}" srcOrd="6" destOrd="0" presId="urn:microsoft.com/office/officeart/2009/layout/CircleArrowProcess"/>
    <dgm:cxn modelId="{4C64BE67-E5E2-48BD-92AF-3D254C3F9611}" type="presParOf" srcId="{AC21F6E3-50F8-4030-81D4-6CE3386091A3}" destId="{A5BCFC8C-5B0B-4CCF-A23D-D6D05DA9AD1B}" srcOrd="0" destOrd="0" presId="urn:microsoft.com/office/officeart/2009/layout/CircleArrowProcess"/>
    <dgm:cxn modelId="{349C3AC4-D1C3-4E98-9CBE-69657020EF19}" type="presParOf" srcId="{04CF5C32-C1C2-4D9D-8CD8-023F3BD6532C}" destId="{7B516A8B-9F3D-4501-80C1-711085FCD362}" srcOrd="7" destOrd="0" presId="urn:microsoft.com/office/officeart/2009/layout/CircleArrowProcess"/>
    <dgm:cxn modelId="{348CD734-35D7-43D7-A72C-DED1C4700141}" type="presParOf" srcId="{04CF5C32-C1C2-4D9D-8CD8-023F3BD6532C}" destId="{62C83FCF-CA22-44F6-973A-08E83C2EA3D7}" srcOrd="8" destOrd="0" presId="urn:microsoft.com/office/officeart/2009/layout/CircleArrowProcess"/>
    <dgm:cxn modelId="{5BF37C8C-8F05-4431-8346-40839FB6A998}" type="presParOf" srcId="{62C83FCF-CA22-44F6-973A-08E83C2EA3D7}" destId="{BD462367-3F70-4F39-BACA-2572BA607EC0}" srcOrd="0" destOrd="0" presId="urn:microsoft.com/office/officeart/2009/layout/CircleArrowProcess"/>
    <dgm:cxn modelId="{1E8DF218-864E-4359-A1AA-626983EB1A9B}" type="presParOf" srcId="{04CF5C32-C1C2-4D9D-8CD8-023F3BD6532C}" destId="{F03EAD16-74AE-4B81-A946-5E58372DFEFF}" srcOrd="9" destOrd="0" presId="urn:microsoft.com/office/officeart/2009/layout/CircleArrowProcess"/>
    <dgm:cxn modelId="{E5C516A5-52B4-441C-A76C-0D0C5CF3E315}" type="presParOf" srcId="{04CF5C32-C1C2-4D9D-8CD8-023F3BD6532C}" destId="{782EAC13-2851-4308-8F2C-5392C1921EC3}" srcOrd="10" destOrd="0" presId="urn:microsoft.com/office/officeart/2009/layout/CircleArrowProcess"/>
    <dgm:cxn modelId="{894D1CC0-D1A5-457F-934E-49D9C2113AF9}" type="presParOf" srcId="{782EAC13-2851-4308-8F2C-5392C1921EC3}" destId="{3AC68147-8ED4-4605-8A7A-BCCEFD90C498}" srcOrd="0" destOrd="0" presId="urn:microsoft.com/office/officeart/2009/layout/CircleArrowProcess"/>
    <dgm:cxn modelId="{50DBCEFD-6EA0-40E8-B94C-3C46EE15F1EF}" type="presParOf" srcId="{04CF5C32-C1C2-4D9D-8CD8-023F3BD6532C}" destId="{9785CF2A-B707-4355-83F4-A2DD667DA494}" srcOrd="11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EED3E56-575E-4F0D-86C5-579C9AF4A415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BDEE64-54A3-40B0-870C-53DDDDB1A448}">
      <dgm:prSet phldrT="[Text]" custT="1"/>
      <dgm:spPr/>
      <dgm:t>
        <a:bodyPr/>
        <a:lstStyle/>
        <a:p>
          <a:r>
            <a:rPr lang="en-US" sz="1400" dirty="0"/>
            <a:t>Trunk based</a:t>
          </a:r>
        </a:p>
      </dgm:t>
    </dgm:pt>
    <dgm:pt modelId="{9AB8BCF7-B922-4583-8BF7-859EE1E2814B}" type="parTrans" cxnId="{8038154F-76CC-447B-B8B9-2F3489AE433F}">
      <dgm:prSet/>
      <dgm:spPr/>
      <dgm:t>
        <a:bodyPr/>
        <a:lstStyle/>
        <a:p>
          <a:endParaRPr lang="en-US" sz="1400"/>
        </a:p>
      </dgm:t>
    </dgm:pt>
    <dgm:pt modelId="{7B2254B7-4C87-46E9-80B4-6A866AC2B3DD}" type="sibTrans" cxnId="{8038154F-76CC-447B-B8B9-2F3489AE433F}">
      <dgm:prSet/>
      <dgm:spPr/>
      <dgm:t>
        <a:bodyPr/>
        <a:lstStyle/>
        <a:p>
          <a:endParaRPr lang="en-US" sz="1400"/>
        </a:p>
      </dgm:t>
    </dgm:pt>
    <dgm:pt modelId="{93DA53DA-6A92-442F-AC8D-738788D0936C}">
      <dgm:prSet phldrT="[Text]" custT="1"/>
      <dgm:spPr/>
      <dgm:t>
        <a:bodyPr/>
        <a:lstStyle/>
        <a:p>
          <a:r>
            <a:rPr lang="en-US" sz="1400" dirty="0"/>
            <a:t>GitHub and GitLab Feature/ Release flow</a:t>
          </a:r>
        </a:p>
      </dgm:t>
    </dgm:pt>
    <dgm:pt modelId="{4B9B0237-D1AD-4BA7-BA17-3F44B9F483B5}" type="parTrans" cxnId="{205C2A9D-D8A8-4984-957D-01E90D446D80}">
      <dgm:prSet/>
      <dgm:spPr/>
      <dgm:t>
        <a:bodyPr/>
        <a:lstStyle/>
        <a:p>
          <a:endParaRPr lang="en-US" sz="1400"/>
        </a:p>
      </dgm:t>
    </dgm:pt>
    <dgm:pt modelId="{1656CF70-2528-4B14-90EB-A19E0E3A616A}" type="sibTrans" cxnId="{205C2A9D-D8A8-4984-957D-01E90D446D80}">
      <dgm:prSet/>
      <dgm:spPr/>
      <dgm:t>
        <a:bodyPr/>
        <a:lstStyle/>
        <a:p>
          <a:endParaRPr lang="en-US" sz="1400"/>
        </a:p>
      </dgm:t>
    </dgm:pt>
    <dgm:pt modelId="{933DCAC4-9BC6-4717-95DB-D6FC05682F28}">
      <dgm:prSet phldrT="[Text]" custT="1"/>
      <dgm:spPr/>
      <dgm:t>
        <a:bodyPr/>
        <a:lstStyle/>
        <a:p>
          <a:r>
            <a:rPr lang="en-US" sz="1400" dirty="0"/>
            <a:t>Git flow</a:t>
          </a:r>
        </a:p>
      </dgm:t>
    </dgm:pt>
    <dgm:pt modelId="{A2BC087D-D147-4496-A6A8-BA39A47EE9DF}" type="parTrans" cxnId="{5841B214-D4DA-4531-98AF-681ADDFECD45}">
      <dgm:prSet/>
      <dgm:spPr/>
      <dgm:t>
        <a:bodyPr/>
        <a:lstStyle/>
        <a:p>
          <a:endParaRPr lang="en-US" sz="1400"/>
        </a:p>
      </dgm:t>
    </dgm:pt>
    <dgm:pt modelId="{F2354472-DE8D-4C33-B4B3-111745263D73}" type="sibTrans" cxnId="{5841B214-D4DA-4531-98AF-681ADDFECD45}">
      <dgm:prSet/>
      <dgm:spPr/>
      <dgm:t>
        <a:bodyPr/>
        <a:lstStyle/>
        <a:p>
          <a:endParaRPr lang="en-US" sz="1400"/>
        </a:p>
      </dgm:t>
    </dgm:pt>
    <dgm:pt modelId="{538E96F8-5103-41C9-BFAE-EE2EBFF5D0A9}" type="pres">
      <dgm:prSet presAssocID="{1EED3E56-575E-4F0D-86C5-579C9AF4A415}" presName="Name0" presStyleCnt="0">
        <dgm:presLayoutVars>
          <dgm:chMax val="7"/>
          <dgm:chPref val="7"/>
          <dgm:dir/>
        </dgm:presLayoutVars>
      </dgm:prSet>
      <dgm:spPr/>
    </dgm:pt>
    <dgm:pt modelId="{66D45038-E563-47EF-B1FB-FC1AB1A961E4}" type="pres">
      <dgm:prSet presAssocID="{1EED3E56-575E-4F0D-86C5-579C9AF4A415}" presName="Name1" presStyleCnt="0"/>
      <dgm:spPr/>
    </dgm:pt>
    <dgm:pt modelId="{8E3D2A4F-E25C-4B4D-85D0-D01084330610}" type="pres">
      <dgm:prSet presAssocID="{1EED3E56-575E-4F0D-86C5-579C9AF4A415}" presName="cycle" presStyleCnt="0"/>
      <dgm:spPr/>
    </dgm:pt>
    <dgm:pt modelId="{C861FF7B-3DD9-4481-BEB4-A53290165237}" type="pres">
      <dgm:prSet presAssocID="{1EED3E56-575E-4F0D-86C5-579C9AF4A415}" presName="srcNode" presStyleLbl="node1" presStyleIdx="0" presStyleCnt="3"/>
      <dgm:spPr/>
    </dgm:pt>
    <dgm:pt modelId="{B8C0870F-8B33-45A4-8D86-E46B2194CE42}" type="pres">
      <dgm:prSet presAssocID="{1EED3E56-575E-4F0D-86C5-579C9AF4A415}" presName="conn" presStyleLbl="parChTrans1D2" presStyleIdx="0" presStyleCnt="1"/>
      <dgm:spPr/>
    </dgm:pt>
    <dgm:pt modelId="{F1E04492-0792-48B0-891C-D433A6BF8FD4}" type="pres">
      <dgm:prSet presAssocID="{1EED3E56-575E-4F0D-86C5-579C9AF4A415}" presName="extraNode" presStyleLbl="node1" presStyleIdx="0" presStyleCnt="3"/>
      <dgm:spPr/>
    </dgm:pt>
    <dgm:pt modelId="{5824ECE6-F343-4D5F-8E65-A605F91F2C9A}" type="pres">
      <dgm:prSet presAssocID="{1EED3E56-575E-4F0D-86C5-579C9AF4A415}" presName="dstNode" presStyleLbl="node1" presStyleIdx="0" presStyleCnt="3"/>
      <dgm:spPr/>
    </dgm:pt>
    <dgm:pt modelId="{87BE2C60-597A-45C8-BF32-F91332648BE7}" type="pres">
      <dgm:prSet presAssocID="{93BDEE64-54A3-40B0-870C-53DDDDB1A448}" presName="text_1" presStyleLbl="node1" presStyleIdx="0" presStyleCnt="3">
        <dgm:presLayoutVars>
          <dgm:bulletEnabled val="1"/>
        </dgm:presLayoutVars>
      </dgm:prSet>
      <dgm:spPr/>
    </dgm:pt>
    <dgm:pt modelId="{F0FDEAF5-BF91-4827-959D-D8A07A078873}" type="pres">
      <dgm:prSet presAssocID="{93BDEE64-54A3-40B0-870C-53DDDDB1A448}" presName="accent_1" presStyleCnt="0"/>
      <dgm:spPr/>
    </dgm:pt>
    <dgm:pt modelId="{E2202310-4B35-4D9B-AE78-44DD56996F90}" type="pres">
      <dgm:prSet presAssocID="{93BDEE64-54A3-40B0-870C-53DDDDB1A448}" presName="accentRepeatNode" presStyleLbl="solidFgAcc1" presStyleIdx="0" presStyleCnt="3"/>
      <dgm:spPr/>
    </dgm:pt>
    <dgm:pt modelId="{0AACEE4D-1DFC-4767-A973-0DA7C7D6B869}" type="pres">
      <dgm:prSet presAssocID="{93DA53DA-6A92-442F-AC8D-738788D0936C}" presName="text_2" presStyleLbl="node1" presStyleIdx="1" presStyleCnt="3">
        <dgm:presLayoutVars>
          <dgm:bulletEnabled val="1"/>
        </dgm:presLayoutVars>
      </dgm:prSet>
      <dgm:spPr/>
    </dgm:pt>
    <dgm:pt modelId="{DFE1F10A-1018-454A-B778-8E4A2CAE2C32}" type="pres">
      <dgm:prSet presAssocID="{93DA53DA-6A92-442F-AC8D-738788D0936C}" presName="accent_2" presStyleCnt="0"/>
      <dgm:spPr/>
    </dgm:pt>
    <dgm:pt modelId="{20B73BB4-B2BA-41C4-9B58-89B777475013}" type="pres">
      <dgm:prSet presAssocID="{93DA53DA-6A92-442F-AC8D-738788D0936C}" presName="accentRepeatNode" presStyleLbl="solidFgAcc1" presStyleIdx="1" presStyleCnt="3"/>
      <dgm:spPr/>
    </dgm:pt>
    <dgm:pt modelId="{B7C7B5F3-981E-42EF-9E4C-34EAAF643902}" type="pres">
      <dgm:prSet presAssocID="{933DCAC4-9BC6-4717-95DB-D6FC05682F28}" presName="text_3" presStyleLbl="node1" presStyleIdx="2" presStyleCnt="3">
        <dgm:presLayoutVars>
          <dgm:bulletEnabled val="1"/>
        </dgm:presLayoutVars>
      </dgm:prSet>
      <dgm:spPr/>
    </dgm:pt>
    <dgm:pt modelId="{80B38E4A-4133-4D5C-B8CD-102D892C0823}" type="pres">
      <dgm:prSet presAssocID="{933DCAC4-9BC6-4717-95DB-D6FC05682F28}" presName="accent_3" presStyleCnt="0"/>
      <dgm:spPr/>
    </dgm:pt>
    <dgm:pt modelId="{386F5454-CD63-48BB-9957-30CC159621C7}" type="pres">
      <dgm:prSet presAssocID="{933DCAC4-9BC6-4717-95DB-D6FC05682F28}" presName="accentRepeatNode" presStyleLbl="solidFgAcc1" presStyleIdx="2" presStyleCnt="3"/>
      <dgm:spPr/>
    </dgm:pt>
  </dgm:ptLst>
  <dgm:cxnLst>
    <dgm:cxn modelId="{5841B214-D4DA-4531-98AF-681ADDFECD45}" srcId="{1EED3E56-575E-4F0D-86C5-579C9AF4A415}" destId="{933DCAC4-9BC6-4717-95DB-D6FC05682F28}" srcOrd="2" destOrd="0" parTransId="{A2BC087D-D147-4496-A6A8-BA39A47EE9DF}" sibTransId="{F2354472-DE8D-4C33-B4B3-111745263D73}"/>
    <dgm:cxn modelId="{3E004F22-C9EB-48F3-9147-1E25D95F966E}" type="presOf" srcId="{933DCAC4-9BC6-4717-95DB-D6FC05682F28}" destId="{B7C7B5F3-981E-42EF-9E4C-34EAAF643902}" srcOrd="0" destOrd="0" presId="urn:microsoft.com/office/officeart/2008/layout/VerticalCurvedList"/>
    <dgm:cxn modelId="{EA30082A-F33D-44C2-AF66-560FF428A6E5}" type="presOf" srcId="{93DA53DA-6A92-442F-AC8D-738788D0936C}" destId="{0AACEE4D-1DFC-4767-A973-0DA7C7D6B869}" srcOrd="0" destOrd="0" presId="urn:microsoft.com/office/officeart/2008/layout/VerticalCurvedList"/>
    <dgm:cxn modelId="{2B31FE65-6D45-42A7-9D68-D65DA8981BF3}" type="presOf" srcId="{93BDEE64-54A3-40B0-870C-53DDDDB1A448}" destId="{87BE2C60-597A-45C8-BF32-F91332648BE7}" srcOrd="0" destOrd="0" presId="urn:microsoft.com/office/officeart/2008/layout/VerticalCurvedList"/>
    <dgm:cxn modelId="{8038154F-76CC-447B-B8B9-2F3489AE433F}" srcId="{1EED3E56-575E-4F0D-86C5-579C9AF4A415}" destId="{93BDEE64-54A3-40B0-870C-53DDDDB1A448}" srcOrd="0" destOrd="0" parTransId="{9AB8BCF7-B922-4583-8BF7-859EE1E2814B}" sibTransId="{7B2254B7-4C87-46E9-80B4-6A866AC2B3DD}"/>
    <dgm:cxn modelId="{205C2A9D-D8A8-4984-957D-01E90D446D80}" srcId="{1EED3E56-575E-4F0D-86C5-579C9AF4A415}" destId="{93DA53DA-6A92-442F-AC8D-738788D0936C}" srcOrd="1" destOrd="0" parTransId="{4B9B0237-D1AD-4BA7-BA17-3F44B9F483B5}" sibTransId="{1656CF70-2528-4B14-90EB-A19E0E3A616A}"/>
    <dgm:cxn modelId="{8BE5BAAD-14D2-4853-9810-C9FBF96F7B6C}" type="presOf" srcId="{1EED3E56-575E-4F0D-86C5-579C9AF4A415}" destId="{538E96F8-5103-41C9-BFAE-EE2EBFF5D0A9}" srcOrd="0" destOrd="0" presId="urn:microsoft.com/office/officeart/2008/layout/VerticalCurvedList"/>
    <dgm:cxn modelId="{9195DFAD-4BE4-40C1-9A8B-A6752B2C5BC9}" type="presOf" srcId="{7B2254B7-4C87-46E9-80B4-6A866AC2B3DD}" destId="{B8C0870F-8B33-45A4-8D86-E46B2194CE42}" srcOrd="0" destOrd="0" presId="urn:microsoft.com/office/officeart/2008/layout/VerticalCurvedList"/>
    <dgm:cxn modelId="{71E9FE22-4D14-46CE-B520-1C202FA991A1}" type="presParOf" srcId="{538E96F8-5103-41C9-BFAE-EE2EBFF5D0A9}" destId="{66D45038-E563-47EF-B1FB-FC1AB1A961E4}" srcOrd="0" destOrd="0" presId="urn:microsoft.com/office/officeart/2008/layout/VerticalCurvedList"/>
    <dgm:cxn modelId="{72F7BB0A-7165-4862-BF9A-5D259D4BB169}" type="presParOf" srcId="{66D45038-E563-47EF-B1FB-FC1AB1A961E4}" destId="{8E3D2A4F-E25C-4B4D-85D0-D01084330610}" srcOrd="0" destOrd="0" presId="urn:microsoft.com/office/officeart/2008/layout/VerticalCurvedList"/>
    <dgm:cxn modelId="{FD17AD3B-6E12-403B-B71E-72051E09A2BD}" type="presParOf" srcId="{8E3D2A4F-E25C-4B4D-85D0-D01084330610}" destId="{C861FF7B-3DD9-4481-BEB4-A53290165237}" srcOrd="0" destOrd="0" presId="urn:microsoft.com/office/officeart/2008/layout/VerticalCurvedList"/>
    <dgm:cxn modelId="{220EE197-20C1-49D6-B7B2-622E10348E2F}" type="presParOf" srcId="{8E3D2A4F-E25C-4B4D-85D0-D01084330610}" destId="{B8C0870F-8B33-45A4-8D86-E46B2194CE42}" srcOrd="1" destOrd="0" presId="urn:microsoft.com/office/officeart/2008/layout/VerticalCurvedList"/>
    <dgm:cxn modelId="{99A58FD2-ACCD-41DA-93C5-56247F5DB473}" type="presParOf" srcId="{8E3D2A4F-E25C-4B4D-85D0-D01084330610}" destId="{F1E04492-0792-48B0-891C-D433A6BF8FD4}" srcOrd="2" destOrd="0" presId="urn:microsoft.com/office/officeart/2008/layout/VerticalCurvedList"/>
    <dgm:cxn modelId="{B4985ACC-6A73-412A-A532-092F93F0098A}" type="presParOf" srcId="{8E3D2A4F-E25C-4B4D-85D0-D01084330610}" destId="{5824ECE6-F343-4D5F-8E65-A605F91F2C9A}" srcOrd="3" destOrd="0" presId="urn:microsoft.com/office/officeart/2008/layout/VerticalCurvedList"/>
    <dgm:cxn modelId="{B2C3469F-4B40-45AE-B059-D4014900D356}" type="presParOf" srcId="{66D45038-E563-47EF-B1FB-FC1AB1A961E4}" destId="{87BE2C60-597A-45C8-BF32-F91332648BE7}" srcOrd="1" destOrd="0" presId="urn:microsoft.com/office/officeart/2008/layout/VerticalCurvedList"/>
    <dgm:cxn modelId="{79D48024-44AB-462D-90E4-498F713A7352}" type="presParOf" srcId="{66D45038-E563-47EF-B1FB-FC1AB1A961E4}" destId="{F0FDEAF5-BF91-4827-959D-D8A07A078873}" srcOrd="2" destOrd="0" presId="urn:microsoft.com/office/officeart/2008/layout/VerticalCurvedList"/>
    <dgm:cxn modelId="{5BC845FE-DACA-4B29-8102-DCC52BF4C837}" type="presParOf" srcId="{F0FDEAF5-BF91-4827-959D-D8A07A078873}" destId="{E2202310-4B35-4D9B-AE78-44DD56996F90}" srcOrd="0" destOrd="0" presId="urn:microsoft.com/office/officeart/2008/layout/VerticalCurvedList"/>
    <dgm:cxn modelId="{5CCC32D9-3736-49D1-A02E-5D6163462BE0}" type="presParOf" srcId="{66D45038-E563-47EF-B1FB-FC1AB1A961E4}" destId="{0AACEE4D-1DFC-4767-A973-0DA7C7D6B869}" srcOrd="3" destOrd="0" presId="urn:microsoft.com/office/officeart/2008/layout/VerticalCurvedList"/>
    <dgm:cxn modelId="{B43A60C3-7D10-4A59-8CA7-93BA05EC2EFC}" type="presParOf" srcId="{66D45038-E563-47EF-B1FB-FC1AB1A961E4}" destId="{DFE1F10A-1018-454A-B778-8E4A2CAE2C32}" srcOrd="4" destOrd="0" presId="urn:microsoft.com/office/officeart/2008/layout/VerticalCurvedList"/>
    <dgm:cxn modelId="{37C7D067-EF9D-40E3-AA5E-036F50523DEA}" type="presParOf" srcId="{DFE1F10A-1018-454A-B778-8E4A2CAE2C32}" destId="{20B73BB4-B2BA-41C4-9B58-89B777475013}" srcOrd="0" destOrd="0" presId="urn:microsoft.com/office/officeart/2008/layout/VerticalCurvedList"/>
    <dgm:cxn modelId="{F7413F4C-85AE-42F4-820A-7566FB809E22}" type="presParOf" srcId="{66D45038-E563-47EF-B1FB-FC1AB1A961E4}" destId="{B7C7B5F3-981E-42EF-9E4C-34EAAF643902}" srcOrd="5" destOrd="0" presId="urn:microsoft.com/office/officeart/2008/layout/VerticalCurvedList"/>
    <dgm:cxn modelId="{61D953B0-347C-4DA9-99CC-ADB227D031A9}" type="presParOf" srcId="{66D45038-E563-47EF-B1FB-FC1AB1A961E4}" destId="{80B38E4A-4133-4D5C-B8CD-102D892C0823}" srcOrd="6" destOrd="0" presId="urn:microsoft.com/office/officeart/2008/layout/VerticalCurvedList"/>
    <dgm:cxn modelId="{88009E88-4026-4375-B1F3-A96E4E44B43B}" type="presParOf" srcId="{80B38E4A-4133-4D5C-B8CD-102D892C0823}" destId="{386F5454-CD63-48BB-9957-30CC159621C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F2C36D3-AECD-40E2-9B66-BCB387E9AF6A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11DC84E-50CE-4937-B768-5BD3F7E20653}">
      <dgm:prSet phldrT="[Text]"/>
      <dgm:spPr/>
      <dgm:t>
        <a:bodyPr/>
        <a:lstStyle/>
        <a:p>
          <a:r>
            <a:rPr lang="en-US" dirty="0"/>
            <a:t>Branch name?</a:t>
          </a:r>
        </a:p>
      </dgm:t>
    </dgm:pt>
    <dgm:pt modelId="{F9AF660C-1881-4D27-9065-2CF18A75E7CE}" type="parTrans" cxnId="{689485E2-B2F1-441F-861B-45018F388A2D}">
      <dgm:prSet/>
      <dgm:spPr/>
      <dgm:t>
        <a:bodyPr/>
        <a:lstStyle/>
        <a:p>
          <a:endParaRPr lang="en-US"/>
        </a:p>
      </dgm:t>
    </dgm:pt>
    <dgm:pt modelId="{AE096971-9EAF-4CA5-B520-84D34F7D9E44}" type="sibTrans" cxnId="{689485E2-B2F1-441F-861B-45018F388A2D}">
      <dgm:prSet/>
      <dgm:spPr/>
      <dgm:t>
        <a:bodyPr/>
        <a:lstStyle/>
        <a:p>
          <a:endParaRPr lang="en-US"/>
        </a:p>
      </dgm:t>
    </dgm:pt>
    <dgm:pt modelId="{4E4B7B6B-0F06-4738-9974-84819FF6FE95}">
      <dgm:prSet phldrT="[Text]"/>
      <dgm:spPr/>
      <dgm:t>
        <a:bodyPr/>
        <a:lstStyle/>
        <a:p>
          <a:r>
            <a:rPr lang="en-US" dirty="0"/>
            <a:t>Commit s &amp; History</a:t>
          </a:r>
        </a:p>
      </dgm:t>
    </dgm:pt>
    <dgm:pt modelId="{8F6C1B6E-9AB5-4A29-BF13-2A9E78180C81}" type="parTrans" cxnId="{BEF1D352-66D0-48E2-AA9D-2FF927183C1E}">
      <dgm:prSet/>
      <dgm:spPr/>
      <dgm:t>
        <a:bodyPr/>
        <a:lstStyle/>
        <a:p>
          <a:endParaRPr lang="en-US"/>
        </a:p>
      </dgm:t>
    </dgm:pt>
    <dgm:pt modelId="{D96E255F-0C93-4EBB-A590-484AD2586777}" type="sibTrans" cxnId="{BEF1D352-66D0-48E2-AA9D-2FF927183C1E}">
      <dgm:prSet/>
      <dgm:spPr/>
      <dgm:t>
        <a:bodyPr/>
        <a:lstStyle/>
        <a:p>
          <a:endParaRPr lang="en-US"/>
        </a:p>
      </dgm:t>
    </dgm:pt>
    <dgm:pt modelId="{6AC95042-6B81-45E1-AF00-2A08C6E89FC6}">
      <dgm:prSet phldrT="[Text]"/>
      <dgm:spPr/>
      <dgm:t>
        <a:bodyPr/>
        <a:lstStyle/>
        <a:p>
          <a:r>
            <a:rPr lang="en-US" dirty="0"/>
            <a:t>Review and code peering?</a:t>
          </a:r>
        </a:p>
      </dgm:t>
    </dgm:pt>
    <dgm:pt modelId="{22C2B7F8-5893-42A3-A5EC-F98771C1953F}" type="parTrans" cxnId="{8A3070AD-2092-479A-8376-F977F0756B05}">
      <dgm:prSet/>
      <dgm:spPr/>
      <dgm:t>
        <a:bodyPr/>
        <a:lstStyle/>
        <a:p>
          <a:endParaRPr lang="en-US"/>
        </a:p>
      </dgm:t>
    </dgm:pt>
    <dgm:pt modelId="{A6575F30-BEF3-4BE7-9C03-6C12F9260607}" type="sibTrans" cxnId="{8A3070AD-2092-479A-8376-F977F0756B05}">
      <dgm:prSet/>
      <dgm:spPr/>
      <dgm:t>
        <a:bodyPr/>
        <a:lstStyle/>
        <a:p>
          <a:endParaRPr lang="en-US"/>
        </a:p>
      </dgm:t>
    </dgm:pt>
    <dgm:pt modelId="{55712109-C71D-4FA4-A694-710821ECA99B}">
      <dgm:prSet phldrT="[Text]"/>
      <dgm:spPr/>
      <dgm:t>
        <a:bodyPr/>
        <a:lstStyle/>
        <a:p>
          <a:r>
            <a:rPr lang="en-US" dirty="0"/>
            <a:t>Merging &amp; rebasing?</a:t>
          </a:r>
        </a:p>
      </dgm:t>
    </dgm:pt>
    <dgm:pt modelId="{BD600A6E-228F-4967-97A9-FC4094AF3086}" type="parTrans" cxnId="{15E2BCF4-8F3A-4CDA-92F3-C66C952B617E}">
      <dgm:prSet/>
      <dgm:spPr/>
      <dgm:t>
        <a:bodyPr/>
        <a:lstStyle/>
        <a:p>
          <a:endParaRPr lang="en-US"/>
        </a:p>
      </dgm:t>
    </dgm:pt>
    <dgm:pt modelId="{7B2AE91B-E64B-4EE0-AD28-A6F30CEC379A}" type="sibTrans" cxnId="{15E2BCF4-8F3A-4CDA-92F3-C66C952B617E}">
      <dgm:prSet/>
      <dgm:spPr/>
      <dgm:t>
        <a:bodyPr/>
        <a:lstStyle/>
        <a:p>
          <a:endParaRPr lang="en-US"/>
        </a:p>
      </dgm:t>
    </dgm:pt>
    <dgm:pt modelId="{EE0DBADE-B8F9-457B-BEA8-D07ADE8E87CF}">
      <dgm:prSet phldrT="[Text]"/>
      <dgm:spPr/>
      <dgm:t>
        <a:bodyPr/>
        <a:lstStyle/>
        <a:p>
          <a:r>
            <a:rPr lang="en-US" dirty="0"/>
            <a:t>Strategy?</a:t>
          </a:r>
        </a:p>
      </dgm:t>
    </dgm:pt>
    <dgm:pt modelId="{5EBBECAE-F174-492F-BDC8-C83C50D6E03A}" type="parTrans" cxnId="{65A0FE02-26A0-4D91-9C32-E9F6357A706F}">
      <dgm:prSet/>
      <dgm:spPr/>
      <dgm:t>
        <a:bodyPr/>
        <a:lstStyle/>
        <a:p>
          <a:endParaRPr lang="en-US"/>
        </a:p>
      </dgm:t>
    </dgm:pt>
    <dgm:pt modelId="{E130CF90-F1B0-45D9-9905-67B05DF12C22}" type="sibTrans" cxnId="{65A0FE02-26A0-4D91-9C32-E9F6357A706F}">
      <dgm:prSet/>
      <dgm:spPr/>
      <dgm:t>
        <a:bodyPr/>
        <a:lstStyle/>
        <a:p>
          <a:endParaRPr lang="en-US"/>
        </a:p>
      </dgm:t>
    </dgm:pt>
    <dgm:pt modelId="{33371BF5-DA62-44FE-AFD1-B4F62E0E4BB8}">
      <dgm:prSet phldrT="[Text]"/>
      <dgm:spPr/>
      <dgm:t>
        <a:bodyPr/>
        <a:lstStyle/>
        <a:p>
          <a:endParaRPr lang="en-US" dirty="0"/>
        </a:p>
      </dgm:t>
    </dgm:pt>
    <dgm:pt modelId="{01446E43-A161-492E-8763-6B9C6B869B85}" type="sibTrans" cxnId="{C172B14C-71D7-4741-9263-67816D13C5C3}">
      <dgm:prSet/>
      <dgm:spPr/>
      <dgm:t>
        <a:bodyPr/>
        <a:lstStyle/>
        <a:p>
          <a:endParaRPr lang="en-US"/>
        </a:p>
      </dgm:t>
    </dgm:pt>
    <dgm:pt modelId="{E9C1FAA4-A9E1-4CFC-9293-D7F129BAC44E}" type="parTrans" cxnId="{C172B14C-71D7-4741-9263-67816D13C5C3}">
      <dgm:prSet/>
      <dgm:spPr/>
      <dgm:t>
        <a:bodyPr/>
        <a:lstStyle/>
        <a:p>
          <a:endParaRPr lang="en-US"/>
        </a:p>
      </dgm:t>
    </dgm:pt>
    <dgm:pt modelId="{CDF40928-B663-4082-ACF0-5AB06246EAED}">
      <dgm:prSet phldrT="[Text]"/>
      <dgm:spPr/>
      <dgm:t>
        <a:bodyPr/>
        <a:lstStyle/>
        <a:p>
          <a:endParaRPr lang="en-US" dirty="0"/>
        </a:p>
      </dgm:t>
    </dgm:pt>
    <dgm:pt modelId="{CC7F0B08-A52A-4A5F-A952-50A8BF72B290}" type="parTrans" cxnId="{65599366-16C1-403D-8AFB-9F9DA3F6993C}">
      <dgm:prSet/>
      <dgm:spPr/>
      <dgm:t>
        <a:bodyPr/>
        <a:lstStyle/>
        <a:p>
          <a:endParaRPr lang="en-US"/>
        </a:p>
      </dgm:t>
    </dgm:pt>
    <dgm:pt modelId="{B5ACBD88-F49A-45A2-BAB7-465B8E68EAC4}" type="sibTrans" cxnId="{65599366-16C1-403D-8AFB-9F9DA3F6993C}">
      <dgm:prSet/>
      <dgm:spPr/>
      <dgm:t>
        <a:bodyPr/>
        <a:lstStyle/>
        <a:p>
          <a:endParaRPr lang="en-US"/>
        </a:p>
      </dgm:t>
    </dgm:pt>
    <dgm:pt modelId="{89BB30E7-82CD-4EE3-B0BE-3872A88F72EC}">
      <dgm:prSet phldrT="[Text]"/>
      <dgm:spPr/>
      <dgm:t>
        <a:bodyPr/>
        <a:lstStyle/>
        <a:p>
          <a:endParaRPr lang="en-US" dirty="0"/>
        </a:p>
      </dgm:t>
    </dgm:pt>
    <dgm:pt modelId="{85DD88C6-B603-46B5-BA44-FB93DF337D1D}" type="parTrans" cxnId="{7FC9C7CA-7CCB-41EC-9CCB-61A86FE561AC}">
      <dgm:prSet/>
      <dgm:spPr/>
      <dgm:t>
        <a:bodyPr/>
        <a:lstStyle/>
        <a:p>
          <a:endParaRPr lang="en-US"/>
        </a:p>
      </dgm:t>
    </dgm:pt>
    <dgm:pt modelId="{2EE6F2D9-B55E-4081-B33C-E8BD3F505451}" type="sibTrans" cxnId="{7FC9C7CA-7CCB-41EC-9CCB-61A86FE561AC}">
      <dgm:prSet/>
      <dgm:spPr/>
      <dgm:t>
        <a:bodyPr/>
        <a:lstStyle/>
        <a:p>
          <a:endParaRPr lang="en-US"/>
        </a:p>
      </dgm:t>
    </dgm:pt>
    <dgm:pt modelId="{70F44E37-B3EE-4DB0-9FAD-20DCAC4D3CEB}">
      <dgm:prSet phldrT="[Text]"/>
      <dgm:spPr/>
      <dgm:t>
        <a:bodyPr/>
        <a:lstStyle/>
        <a:p>
          <a:endParaRPr lang="en-US" dirty="0"/>
        </a:p>
      </dgm:t>
    </dgm:pt>
    <dgm:pt modelId="{646FE7BD-7E1B-43EC-A643-1D2D63DBEDBF}" type="parTrans" cxnId="{4D234F80-5E1F-47C2-BF90-46FA23904DBE}">
      <dgm:prSet/>
      <dgm:spPr/>
      <dgm:t>
        <a:bodyPr/>
        <a:lstStyle/>
        <a:p>
          <a:endParaRPr lang="en-US"/>
        </a:p>
      </dgm:t>
    </dgm:pt>
    <dgm:pt modelId="{1005E474-0956-49E6-A9B9-F5D63F789D77}" type="sibTrans" cxnId="{4D234F80-5E1F-47C2-BF90-46FA23904DBE}">
      <dgm:prSet/>
      <dgm:spPr/>
      <dgm:t>
        <a:bodyPr/>
        <a:lstStyle/>
        <a:p>
          <a:endParaRPr lang="en-US"/>
        </a:p>
      </dgm:t>
    </dgm:pt>
    <dgm:pt modelId="{FCDD8007-00E2-4C18-9901-B4CC383F509C}">
      <dgm:prSet phldrT="[Text]"/>
      <dgm:spPr/>
      <dgm:t>
        <a:bodyPr/>
        <a:lstStyle/>
        <a:p>
          <a:endParaRPr lang="en-US" dirty="0"/>
        </a:p>
      </dgm:t>
    </dgm:pt>
    <dgm:pt modelId="{0C073BD5-A989-43C6-BB55-8DDD6C01945B}" type="parTrans" cxnId="{0A08E569-8003-40BF-AFD4-104854AD5430}">
      <dgm:prSet/>
      <dgm:spPr/>
      <dgm:t>
        <a:bodyPr/>
        <a:lstStyle/>
        <a:p>
          <a:endParaRPr lang="en-US"/>
        </a:p>
      </dgm:t>
    </dgm:pt>
    <dgm:pt modelId="{1721DAE6-1FC2-449F-A9F6-8A4651F30843}" type="sibTrans" cxnId="{0A08E569-8003-40BF-AFD4-104854AD5430}">
      <dgm:prSet/>
      <dgm:spPr/>
      <dgm:t>
        <a:bodyPr/>
        <a:lstStyle/>
        <a:p>
          <a:endParaRPr lang="en-US"/>
        </a:p>
      </dgm:t>
    </dgm:pt>
    <dgm:pt modelId="{B71932F0-92BD-4183-9193-A0ECA374F1C5}">
      <dgm:prSet phldrT="[Text]"/>
      <dgm:spPr/>
      <dgm:t>
        <a:bodyPr/>
        <a:lstStyle/>
        <a:p>
          <a:r>
            <a:rPr lang="en-US" dirty="0"/>
            <a:t> Standardize the process (Culture)</a:t>
          </a:r>
        </a:p>
      </dgm:t>
    </dgm:pt>
    <dgm:pt modelId="{17F42817-FAB9-4007-A5B9-248662923497}" type="parTrans" cxnId="{B6B8FA36-1DCD-40EE-9D85-9CCE9D46491D}">
      <dgm:prSet/>
      <dgm:spPr/>
      <dgm:t>
        <a:bodyPr/>
        <a:lstStyle/>
        <a:p>
          <a:endParaRPr lang="en-US"/>
        </a:p>
      </dgm:t>
    </dgm:pt>
    <dgm:pt modelId="{4C637E12-6E92-41CE-9EB1-8F6BD5E0DA78}" type="sibTrans" cxnId="{B6B8FA36-1DCD-40EE-9D85-9CCE9D46491D}">
      <dgm:prSet/>
      <dgm:spPr/>
      <dgm:t>
        <a:bodyPr/>
        <a:lstStyle/>
        <a:p>
          <a:endParaRPr lang="en-US"/>
        </a:p>
      </dgm:t>
    </dgm:pt>
    <dgm:pt modelId="{3A175E27-84A5-40AF-9CE8-F904ACC435B0}">
      <dgm:prSet phldrT="[Text]"/>
      <dgm:spPr/>
      <dgm:t>
        <a:bodyPr/>
        <a:lstStyle/>
        <a:p>
          <a:endParaRPr lang="en-US" dirty="0"/>
        </a:p>
      </dgm:t>
    </dgm:pt>
    <dgm:pt modelId="{759A1F32-4A5A-485F-90F9-71371DDAD65E}" type="parTrans" cxnId="{FC2BD044-7F10-49B7-9BEE-AB560059D6C1}">
      <dgm:prSet/>
      <dgm:spPr/>
      <dgm:t>
        <a:bodyPr/>
        <a:lstStyle/>
        <a:p>
          <a:endParaRPr lang="en-US"/>
        </a:p>
      </dgm:t>
    </dgm:pt>
    <dgm:pt modelId="{B716649C-0F8F-441C-9624-3130D84DDFA6}" type="sibTrans" cxnId="{FC2BD044-7F10-49B7-9BEE-AB560059D6C1}">
      <dgm:prSet/>
      <dgm:spPr/>
      <dgm:t>
        <a:bodyPr/>
        <a:lstStyle/>
        <a:p>
          <a:endParaRPr lang="en-US"/>
        </a:p>
      </dgm:t>
    </dgm:pt>
    <dgm:pt modelId="{0C9E7135-7619-468B-A624-A750DD25BB75}" type="pres">
      <dgm:prSet presAssocID="{DF2C36D3-AECD-40E2-9B66-BCB387E9AF6A}" presName="Name0" presStyleCnt="0">
        <dgm:presLayoutVars>
          <dgm:chMax/>
          <dgm:chPref/>
          <dgm:dir/>
          <dgm:animLvl val="lvl"/>
        </dgm:presLayoutVars>
      </dgm:prSet>
      <dgm:spPr/>
    </dgm:pt>
    <dgm:pt modelId="{D16A0315-634F-472D-A1A4-FDFDFB0510B6}" type="pres">
      <dgm:prSet presAssocID="{33371BF5-DA62-44FE-AFD1-B4F62E0E4BB8}" presName="composite" presStyleCnt="0"/>
      <dgm:spPr/>
    </dgm:pt>
    <dgm:pt modelId="{1A5197B9-725E-4239-A209-4DC908DA85E3}" type="pres">
      <dgm:prSet presAssocID="{33371BF5-DA62-44FE-AFD1-B4F62E0E4BB8}" presName="Parent1" presStyleLbl="node1" presStyleIdx="0" presStyleCnt="12">
        <dgm:presLayoutVars>
          <dgm:chMax val="1"/>
          <dgm:chPref val="1"/>
          <dgm:bulletEnabled val="1"/>
        </dgm:presLayoutVars>
      </dgm:prSet>
      <dgm:spPr/>
    </dgm:pt>
    <dgm:pt modelId="{4F0BBFE7-3C5D-41F2-A466-6A4DD4536085}" type="pres">
      <dgm:prSet presAssocID="{33371BF5-DA62-44FE-AFD1-B4F62E0E4BB8}" presName="Childtext1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7C83AFA5-0964-41B6-9CA3-26923EFE7959}" type="pres">
      <dgm:prSet presAssocID="{33371BF5-DA62-44FE-AFD1-B4F62E0E4BB8}" presName="BalanceSpacing" presStyleCnt="0"/>
      <dgm:spPr/>
    </dgm:pt>
    <dgm:pt modelId="{472F9A7A-2203-4AF1-AC77-5FF047CEF016}" type="pres">
      <dgm:prSet presAssocID="{33371BF5-DA62-44FE-AFD1-B4F62E0E4BB8}" presName="BalanceSpacing1" presStyleCnt="0"/>
      <dgm:spPr/>
    </dgm:pt>
    <dgm:pt modelId="{84953FA7-927C-4044-8FD4-717A3B2CF1D3}" type="pres">
      <dgm:prSet presAssocID="{01446E43-A161-492E-8763-6B9C6B869B85}" presName="Accent1Text" presStyleLbl="node1" presStyleIdx="1" presStyleCnt="12"/>
      <dgm:spPr/>
    </dgm:pt>
    <dgm:pt modelId="{7BE7F427-A727-4363-A72D-83A864D7D346}" type="pres">
      <dgm:prSet presAssocID="{01446E43-A161-492E-8763-6B9C6B869B85}" presName="spaceBetweenRectangles" presStyleCnt="0"/>
      <dgm:spPr/>
    </dgm:pt>
    <dgm:pt modelId="{86DC20A5-E731-420A-BD6F-E7413C3B4B61}" type="pres">
      <dgm:prSet presAssocID="{CDF40928-B663-4082-ACF0-5AB06246EAED}" presName="composite" presStyleCnt="0"/>
      <dgm:spPr/>
    </dgm:pt>
    <dgm:pt modelId="{733DE8B9-2A30-493E-855C-13B2E9A7E0F1}" type="pres">
      <dgm:prSet presAssocID="{CDF40928-B663-4082-ACF0-5AB06246EAED}" presName="Parent1" presStyleLbl="node1" presStyleIdx="2" presStyleCnt="12">
        <dgm:presLayoutVars>
          <dgm:chMax val="1"/>
          <dgm:chPref val="1"/>
          <dgm:bulletEnabled val="1"/>
        </dgm:presLayoutVars>
      </dgm:prSet>
      <dgm:spPr/>
    </dgm:pt>
    <dgm:pt modelId="{10D126E3-B967-48E8-8568-CF48CF515FE6}" type="pres">
      <dgm:prSet presAssocID="{CDF40928-B663-4082-ACF0-5AB06246EAED}" presName="Childtext1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CCB90EC9-BF06-4093-BF71-8C3A9D8B9D61}" type="pres">
      <dgm:prSet presAssocID="{CDF40928-B663-4082-ACF0-5AB06246EAED}" presName="BalanceSpacing" presStyleCnt="0"/>
      <dgm:spPr/>
    </dgm:pt>
    <dgm:pt modelId="{FFADFB83-015D-45C2-8BFE-475AA886202D}" type="pres">
      <dgm:prSet presAssocID="{CDF40928-B663-4082-ACF0-5AB06246EAED}" presName="BalanceSpacing1" presStyleCnt="0"/>
      <dgm:spPr/>
    </dgm:pt>
    <dgm:pt modelId="{26847E94-2256-45F2-97DE-F262682DC93B}" type="pres">
      <dgm:prSet presAssocID="{B5ACBD88-F49A-45A2-BAB7-465B8E68EAC4}" presName="Accent1Text" presStyleLbl="node1" presStyleIdx="3" presStyleCnt="12"/>
      <dgm:spPr/>
    </dgm:pt>
    <dgm:pt modelId="{860CB717-0E8B-4716-AEFB-38F898EA4C7F}" type="pres">
      <dgm:prSet presAssocID="{B5ACBD88-F49A-45A2-BAB7-465B8E68EAC4}" presName="spaceBetweenRectangles" presStyleCnt="0"/>
      <dgm:spPr/>
    </dgm:pt>
    <dgm:pt modelId="{04B04378-767B-4882-A451-F94E4C1240A7}" type="pres">
      <dgm:prSet presAssocID="{89BB30E7-82CD-4EE3-B0BE-3872A88F72EC}" presName="composite" presStyleCnt="0"/>
      <dgm:spPr/>
    </dgm:pt>
    <dgm:pt modelId="{D59BF26C-8EC3-4BE4-A42F-96E5FE4C3FB9}" type="pres">
      <dgm:prSet presAssocID="{89BB30E7-82CD-4EE3-B0BE-3872A88F72EC}" presName="Parent1" presStyleLbl="node1" presStyleIdx="4" presStyleCnt="12">
        <dgm:presLayoutVars>
          <dgm:chMax val="1"/>
          <dgm:chPref val="1"/>
          <dgm:bulletEnabled val="1"/>
        </dgm:presLayoutVars>
      </dgm:prSet>
      <dgm:spPr/>
    </dgm:pt>
    <dgm:pt modelId="{CD30A20D-2055-43EF-914B-1651734D9A09}" type="pres">
      <dgm:prSet presAssocID="{89BB30E7-82CD-4EE3-B0BE-3872A88F72EC}" presName="Childtext1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3EF5B8F4-4D71-4C69-A68D-8FAE50A94F1C}" type="pres">
      <dgm:prSet presAssocID="{89BB30E7-82CD-4EE3-B0BE-3872A88F72EC}" presName="BalanceSpacing" presStyleCnt="0"/>
      <dgm:spPr/>
    </dgm:pt>
    <dgm:pt modelId="{425A9ACE-97F6-4D83-961D-AE4BF91A7353}" type="pres">
      <dgm:prSet presAssocID="{89BB30E7-82CD-4EE3-B0BE-3872A88F72EC}" presName="BalanceSpacing1" presStyleCnt="0"/>
      <dgm:spPr/>
    </dgm:pt>
    <dgm:pt modelId="{79069683-9F31-4F6A-B65D-2CDAC961564B}" type="pres">
      <dgm:prSet presAssocID="{2EE6F2D9-B55E-4081-B33C-E8BD3F505451}" presName="Accent1Text" presStyleLbl="node1" presStyleIdx="5" presStyleCnt="12"/>
      <dgm:spPr/>
    </dgm:pt>
    <dgm:pt modelId="{20D196EE-C012-4694-B151-7F357E023115}" type="pres">
      <dgm:prSet presAssocID="{2EE6F2D9-B55E-4081-B33C-E8BD3F505451}" presName="spaceBetweenRectangles" presStyleCnt="0"/>
      <dgm:spPr/>
    </dgm:pt>
    <dgm:pt modelId="{E0255087-6DB8-4F15-A59D-F477BEFEE087}" type="pres">
      <dgm:prSet presAssocID="{70F44E37-B3EE-4DB0-9FAD-20DCAC4D3CEB}" presName="composite" presStyleCnt="0"/>
      <dgm:spPr/>
    </dgm:pt>
    <dgm:pt modelId="{9EAE6ED9-61DE-4E04-9175-C072842AE781}" type="pres">
      <dgm:prSet presAssocID="{70F44E37-B3EE-4DB0-9FAD-20DCAC4D3CEB}" presName="Parent1" presStyleLbl="node1" presStyleIdx="6" presStyleCnt="12">
        <dgm:presLayoutVars>
          <dgm:chMax val="1"/>
          <dgm:chPref val="1"/>
          <dgm:bulletEnabled val="1"/>
        </dgm:presLayoutVars>
      </dgm:prSet>
      <dgm:spPr/>
    </dgm:pt>
    <dgm:pt modelId="{6D62008D-272C-40E6-A9CE-8C7C11DA5948}" type="pres">
      <dgm:prSet presAssocID="{70F44E37-B3EE-4DB0-9FAD-20DCAC4D3CEB}" presName="Childtext1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474AFF61-7CE3-4FAC-8E6F-73AD98F30937}" type="pres">
      <dgm:prSet presAssocID="{70F44E37-B3EE-4DB0-9FAD-20DCAC4D3CEB}" presName="BalanceSpacing" presStyleCnt="0"/>
      <dgm:spPr/>
    </dgm:pt>
    <dgm:pt modelId="{939AED13-69EA-420D-9836-B9CE333C8416}" type="pres">
      <dgm:prSet presAssocID="{70F44E37-B3EE-4DB0-9FAD-20DCAC4D3CEB}" presName="BalanceSpacing1" presStyleCnt="0"/>
      <dgm:spPr/>
    </dgm:pt>
    <dgm:pt modelId="{F025223B-2DB3-409C-98C9-E07C08D24B93}" type="pres">
      <dgm:prSet presAssocID="{1005E474-0956-49E6-A9B9-F5D63F789D77}" presName="Accent1Text" presStyleLbl="node1" presStyleIdx="7" presStyleCnt="12"/>
      <dgm:spPr/>
    </dgm:pt>
    <dgm:pt modelId="{D19B4509-11BA-4C9B-9E83-FBE9784A3FF4}" type="pres">
      <dgm:prSet presAssocID="{1005E474-0956-49E6-A9B9-F5D63F789D77}" presName="spaceBetweenRectangles" presStyleCnt="0"/>
      <dgm:spPr/>
    </dgm:pt>
    <dgm:pt modelId="{0C9F45B3-CE00-46DF-9209-E5BC3070B5BF}" type="pres">
      <dgm:prSet presAssocID="{FCDD8007-00E2-4C18-9901-B4CC383F509C}" presName="composite" presStyleCnt="0"/>
      <dgm:spPr/>
    </dgm:pt>
    <dgm:pt modelId="{76E0F567-11BF-4260-868E-5FED0DDB37A0}" type="pres">
      <dgm:prSet presAssocID="{FCDD8007-00E2-4C18-9901-B4CC383F509C}" presName="Parent1" presStyleLbl="node1" presStyleIdx="8" presStyleCnt="12">
        <dgm:presLayoutVars>
          <dgm:chMax val="1"/>
          <dgm:chPref val="1"/>
          <dgm:bulletEnabled val="1"/>
        </dgm:presLayoutVars>
      </dgm:prSet>
      <dgm:spPr/>
    </dgm:pt>
    <dgm:pt modelId="{CFE72060-25DF-434F-A1F6-0949ACB371D4}" type="pres">
      <dgm:prSet presAssocID="{FCDD8007-00E2-4C18-9901-B4CC383F509C}" presName="Childtext1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ED223588-3A45-4F08-8B29-C2AB97979FBA}" type="pres">
      <dgm:prSet presAssocID="{FCDD8007-00E2-4C18-9901-B4CC383F509C}" presName="BalanceSpacing" presStyleCnt="0"/>
      <dgm:spPr/>
    </dgm:pt>
    <dgm:pt modelId="{21CE8B98-26D7-4346-A7AA-497CE6E55BDF}" type="pres">
      <dgm:prSet presAssocID="{FCDD8007-00E2-4C18-9901-B4CC383F509C}" presName="BalanceSpacing1" presStyleCnt="0"/>
      <dgm:spPr/>
    </dgm:pt>
    <dgm:pt modelId="{667600A2-BB91-4FCF-B587-C2D722A1AFA3}" type="pres">
      <dgm:prSet presAssocID="{1721DAE6-1FC2-449F-A9F6-8A4651F30843}" presName="Accent1Text" presStyleLbl="node1" presStyleIdx="9" presStyleCnt="12"/>
      <dgm:spPr/>
    </dgm:pt>
    <dgm:pt modelId="{B3BE4E97-164F-450C-90FF-4461637C878E}" type="pres">
      <dgm:prSet presAssocID="{1721DAE6-1FC2-449F-A9F6-8A4651F30843}" presName="spaceBetweenRectangles" presStyleCnt="0"/>
      <dgm:spPr/>
    </dgm:pt>
    <dgm:pt modelId="{8ECADFAE-2E2C-4F3E-BA95-2AF88872CC82}" type="pres">
      <dgm:prSet presAssocID="{3A175E27-84A5-40AF-9CE8-F904ACC435B0}" presName="composite" presStyleCnt="0"/>
      <dgm:spPr/>
    </dgm:pt>
    <dgm:pt modelId="{F1500D03-1038-4AD5-B9F6-DF03A6DFDD84}" type="pres">
      <dgm:prSet presAssocID="{3A175E27-84A5-40AF-9CE8-F904ACC435B0}" presName="Parent1" presStyleLbl="node1" presStyleIdx="10" presStyleCnt="12">
        <dgm:presLayoutVars>
          <dgm:chMax val="1"/>
          <dgm:chPref val="1"/>
          <dgm:bulletEnabled val="1"/>
        </dgm:presLayoutVars>
      </dgm:prSet>
      <dgm:spPr/>
    </dgm:pt>
    <dgm:pt modelId="{35405E00-303E-4455-A4E9-732A987FF3E7}" type="pres">
      <dgm:prSet presAssocID="{3A175E27-84A5-40AF-9CE8-F904ACC435B0}" presName="Childtext1" presStyleLbl="revTx" presStyleIdx="5" presStyleCnt="6">
        <dgm:presLayoutVars>
          <dgm:chMax val="0"/>
          <dgm:chPref val="0"/>
          <dgm:bulletEnabled val="1"/>
        </dgm:presLayoutVars>
      </dgm:prSet>
      <dgm:spPr/>
    </dgm:pt>
    <dgm:pt modelId="{7F7E896D-EA23-4ECC-9313-9762AF642FAF}" type="pres">
      <dgm:prSet presAssocID="{3A175E27-84A5-40AF-9CE8-F904ACC435B0}" presName="BalanceSpacing" presStyleCnt="0"/>
      <dgm:spPr/>
    </dgm:pt>
    <dgm:pt modelId="{66AC0B3A-8A7A-4812-A504-38001D67C5CF}" type="pres">
      <dgm:prSet presAssocID="{3A175E27-84A5-40AF-9CE8-F904ACC435B0}" presName="BalanceSpacing1" presStyleCnt="0"/>
      <dgm:spPr/>
    </dgm:pt>
    <dgm:pt modelId="{CC983485-D35B-4D78-A8CC-C27C47021F77}" type="pres">
      <dgm:prSet presAssocID="{B716649C-0F8F-441C-9624-3130D84DDFA6}" presName="Accent1Text" presStyleLbl="node1" presStyleIdx="11" presStyleCnt="12"/>
      <dgm:spPr/>
    </dgm:pt>
  </dgm:ptLst>
  <dgm:cxnLst>
    <dgm:cxn modelId="{65A0FE02-26A0-4D91-9C32-E9F6357A706F}" srcId="{33371BF5-DA62-44FE-AFD1-B4F62E0E4BB8}" destId="{EE0DBADE-B8F9-457B-BEA8-D07ADE8E87CF}" srcOrd="0" destOrd="0" parTransId="{5EBBECAE-F174-492F-BDC8-C83C50D6E03A}" sibTransId="{E130CF90-F1B0-45D9-9905-67B05DF12C22}"/>
    <dgm:cxn modelId="{E6312104-C823-4EC9-A6E9-F608D7E16C60}" type="presOf" srcId="{FCDD8007-00E2-4C18-9901-B4CC383F509C}" destId="{76E0F567-11BF-4260-868E-5FED0DDB37A0}" srcOrd="0" destOrd="0" presId="urn:microsoft.com/office/officeart/2008/layout/AlternatingHexagons"/>
    <dgm:cxn modelId="{2D4A4709-E1A6-462D-ABC4-258EF9523C15}" type="presOf" srcId="{B716649C-0F8F-441C-9624-3130D84DDFA6}" destId="{CC983485-D35B-4D78-A8CC-C27C47021F77}" srcOrd="0" destOrd="0" presId="urn:microsoft.com/office/officeart/2008/layout/AlternatingHexagons"/>
    <dgm:cxn modelId="{1211680E-E81D-46D8-A4E9-5F76D0D9A1A4}" type="presOf" srcId="{B5ACBD88-F49A-45A2-BAB7-465B8E68EAC4}" destId="{26847E94-2256-45F2-97DE-F262682DC93B}" srcOrd="0" destOrd="0" presId="urn:microsoft.com/office/officeart/2008/layout/AlternatingHexagons"/>
    <dgm:cxn modelId="{6540F223-2145-4B33-AD75-6068EFEB6A27}" type="presOf" srcId="{4E4B7B6B-0F06-4738-9974-84819FF6FE95}" destId="{CD30A20D-2055-43EF-914B-1651734D9A09}" srcOrd="0" destOrd="0" presId="urn:microsoft.com/office/officeart/2008/layout/AlternatingHexagons"/>
    <dgm:cxn modelId="{B6B8FA36-1DCD-40EE-9D85-9CCE9D46491D}" srcId="{3A175E27-84A5-40AF-9CE8-F904ACC435B0}" destId="{B71932F0-92BD-4183-9193-A0ECA374F1C5}" srcOrd="0" destOrd="0" parTransId="{17F42817-FAB9-4007-A5B9-248662923497}" sibTransId="{4C637E12-6E92-41CE-9EB1-8F6BD5E0DA78}"/>
    <dgm:cxn modelId="{B9D7753D-5316-46B2-99FC-6F0A35936AF9}" type="presOf" srcId="{CDF40928-B663-4082-ACF0-5AB06246EAED}" destId="{733DE8B9-2A30-493E-855C-13B2E9A7E0F1}" srcOrd="0" destOrd="0" presId="urn:microsoft.com/office/officeart/2008/layout/AlternatingHexagons"/>
    <dgm:cxn modelId="{F66F7D44-DDB4-4ED8-B03E-800206FF18EA}" type="presOf" srcId="{70F44E37-B3EE-4DB0-9FAD-20DCAC4D3CEB}" destId="{9EAE6ED9-61DE-4E04-9175-C072842AE781}" srcOrd="0" destOrd="0" presId="urn:microsoft.com/office/officeart/2008/layout/AlternatingHexagons"/>
    <dgm:cxn modelId="{FC2BD044-7F10-49B7-9BEE-AB560059D6C1}" srcId="{DF2C36D3-AECD-40E2-9B66-BCB387E9AF6A}" destId="{3A175E27-84A5-40AF-9CE8-F904ACC435B0}" srcOrd="5" destOrd="0" parTransId="{759A1F32-4A5A-485F-90F9-71371DDAD65E}" sibTransId="{B716649C-0F8F-441C-9624-3130D84DDFA6}"/>
    <dgm:cxn modelId="{65599366-16C1-403D-8AFB-9F9DA3F6993C}" srcId="{DF2C36D3-AECD-40E2-9B66-BCB387E9AF6A}" destId="{CDF40928-B663-4082-ACF0-5AB06246EAED}" srcOrd="1" destOrd="0" parTransId="{CC7F0B08-A52A-4A5F-A952-50A8BF72B290}" sibTransId="{B5ACBD88-F49A-45A2-BAB7-465B8E68EAC4}"/>
    <dgm:cxn modelId="{F4A9D149-5732-4F4D-B006-9BA1B88379D2}" type="presOf" srcId="{6AC95042-6B81-45E1-AF00-2A08C6E89FC6}" destId="{CFE72060-25DF-434F-A1F6-0949ACB371D4}" srcOrd="0" destOrd="0" presId="urn:microsoft.com/office/officeart/2008/layout/AlternatingHexagons"/>
    <dgm:cxn modelId="{0A08E569-8003-40BF-AFD4-104854AD5430}" srcId="{DF2C36D3-AECD-40E2-9B66-BCB387E9AF6A}" destId="{FCDD8007-00E2-4C18-9901-B4CC383F509C}" srcOrd="4" destOrd="0" parTransId="{0C073BD5-A989-43C6-BB55-8DDD6C01945B}" sibTransId="{1721DAE6-1FC2-449F-A9F6-8A4651F30843}"/>
    <dgm:cxn modelId="{C172B14C-71D7-4741-9263-67816D13C5C3}" srcId="{DF2C36D3-AECD-40E2-9B66-BCB387E9AF6A}" destId="{33371BF5-DA62-44FE-AFD1-B4F62E0E4BB8}" srcOrd="0" destOrd="0" parTransId="{E9C1FAA4-A9E1-4CFC-9293-D7F129BAC44E}" sibTransId="{01446E43-A161-492E-8763-6B9C6B869B85}"/>
    <dgm:cxn modelId="{BEF1D352-66D0-48E2-AA9D-2FF927183C1E}" srcId="{89BB30E7-82CD-4EE3-B0BE-3872A88F72EC}" destId="{4E4B7B6B-0F06-4738-9974-84819FF6FE95}" srcOrd="0" destOrd="0" parTransId="{8F6C1B6E-9AB5-4A29-BF13-2A9E78180C81}" sibTransId="{D96E255F-0C93-4EBB-A590-484AD2586777}"/>
    <dgm:cxn modelId="{8FADA679-CFC3-42C8-A666-7750768D8DA1}" type="presOf" srcId="{89BB30E7-82CD-4EE3-B0BE-3872A88F72EC}" destId="{D59BF26C-8EC3-4BE4-A42F-96E5FE4C3FB9}" srcOrd="0" destOrd="0" presId="urn:microsoft.com/office/officeart/2008/layout/AlternatingHexagons"/>
    <dgm:cxn modelId="{08DE935A-32E9-4589-B619-70DA4BF80D7F}" type="presOf" srcId="{3A175E27-84A5-40AF-9CE8-F904ACC435B0}" destId="{F1500D03-1038-4AD5-B9F6-DF03A6DFDD84}" srcOrd="0" destOrd="0" presId="urn:microsoft.com/office/officeart/2008/layout/AlternatingHexagons"/>
    <dgm:cxn modelId="{4D234F80-5E1F-47C2-BF90-46FA23904DBE}" srcId="{DF2C36D3-AECD-40E2-9B66-BCB387E9AF6A}" destId="{70F44E37-B3EE-4DB0-9FAD-20DCAC4D3CEB}" srcOrd="3" destOrd="0" parTransId="{646FE7BD-7E1B-43EC-A643-1D2D63DBEDBF}" sibTransId="{1005E474-0956-49E6-A9B9-F5D63F789D77}"/>
    <dgm:cxn modelId="{6F7C5285-12EF-40AB-916F-58DF62A449C4}" type="presOf" srcId="{1721DAE6-1FC2-449F-A9F6-8A4651F30843}" destId="{667600A2-BB91-4FCF-B587-C2D722A1AFA3}" srcOrd="0" destOrd="0" presId="urn:microsoft.com/office/officeart/2008/layout/AlternatingHexagons"/>
    <dgm:cxn modelId="{4BEB5293-6E19-4EC6-ADFF-4FD487684CF8}" type="presOf" srcId="{55712109-C71D-4FA4-A694-710821ECA99B}" destId="{6D62008D-272C-40E6-A9CE-8C7C11DA5948}" srcOrd="0" destOrd="0" presId="urn:microsoft.com/office/officeart/2008/layout/AlternatingHexagons"/>
    <dgm:cxn modelId="{68A2E3A8-EE90-4701-9BC1-A14913C33AAE}" type="presOf" srcId="{EE0DBADE-B8F9-457B-BEA8-D07ADE8E87CF}" destId="{4F0BBFE7-3C5D-41F2-A466-6A4DD4536085}" srcOrd="0" destOrd="0" presId="urn:microsoft.com/office/officeart/2008/layout/AlternatingHexagons"/>
    <dgm:cxn modelId="{8A3070AD-2092-479A-8376-F977F0756B05}" srcId="{FCDD8007-00E2-4C18-9901-B4CC383F509C}" destId="{6AC95042-6B81-45E1-AF00-2A08C6E89FC6}" srcOrd="0" destOrd="0" parTransId="{22C2B7F8-5893-42A3-A5EC-F98771C1953F}" sibTransId="{A6575F30-BEF3-4BE7-9C03-6C12F9260607}"/>
    <dgm:cxn modelId="{0300F4B8-4C69-4825-B160-7337E18A0C45}" type="presOf" srcId="{2EE6F2D9-B55E-4081-B33C-E8BD3F505451}" destId="{79069683-9F31-4F6A-B65D-2CDAC961564B}" srcOrd="0" destOrd="0" presId="urn:microsoft.com/office/officeart/2008/layout/AlternatingHexagons"/>
    <dgm:cxn modelId="{74BC12C3-20EF-4A38-8F90-6A6E764CCFAF}" type="presOf" srcId="{B71932F0-92BD-4183-9193-A0ECA374F1C5}" destId="{35405E00-303E-4455-A4E9-732A987FF3E7}" srcOrd="0" destOrd="0" presId="urn:microsoft.com/office/officeart/2008/layout/AlternatingHexagons"/>
    <dgm:cxn modelId="{73F692C7-A606-4347-9B40-33E953C19A63}" type="presOf" srcId="{33371BF5-DA62-44FE-AFD1-B4F62E0E4BB8}" destId="{1A5197B9-725E-4239-A209-4DC908DA85E3}" srcOrd="0" destOrd="0" presId="urn:microsoft.com/office/officeart/2008/layout/AlternatingHexagons"/>
    <dgm:cxn modelId="{7FC9C7CA-7CCB-41EC-9CCB-61A86FE561AC}" srcId="{DF2C36D3-AECD-40E2-9B66-BCB387E9AF6A}" destId="{89BB30E7-82CD-4EE3-B0BE-3872A88F72EC}" srcOrd="2" destOrd="0" parTransId="{85DD88C6-B603-46B5-BA44-FB93DF337D1D}" sibTransId="{2EE6F2D9-B55E-4081-B33C-E8BD3F505451}"/>
    <dgm:cxn modelId="{CC812ED1-3E79-4B50-AFCE-4C02B5DF452D}" type="presOf" srcId="{1005E474-0956-49E6-A9B9-F5D63F789D77}" destId="{F025223B-2DB3-409C-98C9-E07C08D24B93}" srcOrd="0" destOrd="0" presId="urn:microsoft.com/office/officeart/2008/layout/AlternatingHexagons"/>
    <dgm:cxn modelId="{3E3062D6-5CDF-4866-A451-F5AD0316FFF7}" type="presOf" srcId="{DF2C36D3-AECD-40E2-9B66-BCB387E9AF6A}" destId="{0C9E7135-7619-468B-A624-A750DD25BB75}" srcOrd="0" destOrd="0" presId="urn:microsoft.com/office/officeart/2008/layout/AlternatingHexagons"/>
    <dgm:cxn modelId="{A342CCDD-051E-41B8-B495-D4E7003FEA87}" type="presOf" srcId="{D11DC84E-50CE-4937-B768-5BD3F7E20653}" destId="{10D126E3-B967-48E8-8568-CF48CF515FE6}" srcOrd="0" destOrd="0" presId="urn:microsoft.com/office/officeart/2008/layout/AlternatingHexagons"/>
    <dgm:cxn modelId="{689485E2-B2F1-441F-861B-45018F388A2D}" srcId="{CDF40928-B663-4082-ACF0-5AB06246EAED}" destId="{D11DC84E-50CE-4937-B768-5BD3F7E20653}" srcOrd="0" destOrd="0" parTransId="{F9AF660C-1881-4D27-9065-2CF18A75E7CE}" sibTransId="{AE096971-9EAF-4CA5-B520-84D34F7D9E44}"/>
    <dgm:cxn modelId="{15E2BCF4-8F3A-4CDA-92F3-C66C952B617E}" srcId="{70F44E37-B3EE-4DB0-9FAD-20DCAC4D3CEB}" destId="{55712109-C71D-4FA4-A694-710821ECA99B}" srcOrd="0" destOrd="0" parTransId="{BD600A6E-228F-4967-97A9-FC4094AF3086}" sibTransId="{7B2AE91B-E64B-4EE0-AD28-A6F30CEC379A}"/>
    <dgm:cxn modelId="{28D415FC-1E88-42EB-9EA9-4FF0859EFF8F}" type="presOf" srcId="{01446E43-A161-492E-8763-6B9C6B869B85}" destId="{84953FA7-927C-4044-8FD4-717A3B2CF1D3}" srcOrd="0" destOrd="0" presId="urn:microsoft.com/office/officeart/2008/layout/AlternatingHexagons"/>
    <dgm:cxn modelId="{9B0C325D-6512-4CC8-B6BF-088D61093322}" type="presParOf" srcId="{0C9E7135-7619-468B-A624-A750DD25BB75}" destId="{D16A0315-634F-472D-A1A4-FDFDFB0510B6}" srcOrd="0" destOrd="0" presId="urn:microsoft.com/office/officeart/2008/layout/AlternatingHexagons"/>
    <dgm:cxn modelId="{C8E57A96-5DCF-4378-AC04-4D619163EDD9}" type="presParOf" srcId="{D16A0315-634F-472D-A1A4-FDFDFB0510B6}" destId="{1A5197B9-725E-4239-A209-4DC908DA85E3}" srcOrd="0" destOrd="0" presId="urn:microsoft.com/office/officeart/2008/layout/AlternatingHexagons"/>
    <dgm:cxn modelId="{E2A4BE8C-E837-4DCB-978B-68CB2AD11666}" type="presParOf" srcId="{D16A0315-634F-472D-A1A4-FDFDFB0510B6}" destId="{4F0BBFE7-3C5D-41F2-A466-6A4DD4536085}" srcOrd="1" destOrd="0" presId="urn:microsoft.com/office/officeart/2008/layout/AlternatingHexagons"/>
    <dgm:cxn modelId="{EC62D274-8B20-4CCB-824E-0AF3497B0FC5}" type="presParOf" srcId="{D16A0315-634F-472D-A1A4-FDFDFB0510B6}" destId="{7C83AFA5-0964-41B6-9CA3-26923EFE7959}" srcOrd="2" destOrd="0" presId="urn:microsoft.com/office/officeart/2008/layout/AlternatingHexagons"/>
    <dgm:cxn modelId="{60151BF1-2EB8-43D5-BE69-EC54AB86BCB5}" type="presParOf" srcId="{D16A0315-634F-472D-A1A4-FDFDFB0510B6}" destId="{472F9A7A-2203-4AF1-AC77-5FF047CEF016}" srcOrd="3" destOrd="0" presId="urn:microsoft.com/office/officeart/2008/layout/AlternatingHexagons"/>
    <dgm:cxn modelId="{132279A1-79C3-4BAC-B6F1-12F7F6D1E40C}" type="presParOf" srcId="{D16A0315-634F-472D-A1A4-FDFDFB0510B6}" destId="{84953FA7-927C-4044-8FD4-717A3B2CF1D3}" srcOrd="4" destOrd="0" presId="urn:microsoft.com/office/officeart/2008/layout/AlternatingHexagons"/>
    <dgm:cxn modelId="{C9844335-9D4F-4C41-87D0-B7E177885100}" type="presParOf" srcId="{0C9E7135-7619-468B-A624-A750DD25BB75}" destId="{7BE7F427-A727-4363-A72D-83A864D7D346}" srcOrd="1" destOrd="0" presId="urn:microsoft.com/office/officeart/2008/layout/AlternatingHexagons"/>
    <dgm:cxn modelId="{F3F1BE8D-2759-470C-BF70-41124D361B98}" type="presParOf" srcId="{0C9E7135-7619-468B-A624-A750DD25BB75}" destId="{86DC20A5-E731-420A-BD6F-E7413C3B4B61}" srcOrd="2" destOrd="0" presId="urn:microsoft.com/office/officeart/2008/layout/AlternatingHexagons"/>
    <dgm:cxn modelId="{33B0F181-A0F3-4D6A-80D2-D17FBB353CA2}" type="presParOf" srcId="{86DC20A5-E731-420A-BD6F-E7413C3B4B61}" destId="{733DE8B9-2A30-493E-855C-13B2E9A7E0F1}" srcOrd="0" destOrd="0" presId="urn:microsoft.com/office/officeart/2008/layout/AlternatingHexagons"/>
    <dgm:cxn modelId="{F9F29671-F41D-4C0F-9E6C-9A196802CB70}" type="presParOf" srcId="{86DC20A5-E731-420A-BD6F-E7413C3B4B61}" destId="{10D126E3-B967-48E8-8568-CF48CF515FE6}" srcOrd="1" destOrd="0" presId="urn:microsoft.com/office/officeart/2008/layout/AlternatingHexagons"/>
    <dgm:cxn modelId="{47DFAB38-5CC1-4E96-8A12-CD20DBE207B2}" type="presParOf" srcId="{86DC20A5-E731-420A-BD6F-E7413C3B4B61}" destId="{CCB90EC9-BF06-4093-BF71-8C3A9D8B9D61}" srcOrd="2" destOrd="0" presId="urn:microsoft.com/office/officeart/2008/layout/AlternatingHexagons"/>
    <dgm:cxn modelId="{688E06D3-C2B4-4511-851B-69F720B7B9CE}" type="presParOf" srcId="{86DC20A5-E731-420A-BD6F-E7413C3B4B61}" destId="{FFADFB83-015D-45C2-8BFE-475AA886202D}" srcOrd="3" destOrd="0" presId="urn:microsoft.com/office/officeart/2008/layout/AlternatingHexagons"/>
    <dgm:cxn modelId="{642C731A-EDED-445F-A62A-C5C52586BFDF}" type="presParOf" srcId="{86DC20A5-E731-420A-BD6F-E7413C3B4B61}" destId="{26847E94-2256-45F2-97DE-F262682DC93B}" srcOrd="4" destOrd="0" presId="urn:microsoft.com/office/officeart/2008/layout/AlternatingHexagons"/>
    <dgm:cxn modelId="{A9EDAF66-8B9E-4B96-9F5A-D6D9BD486026}" type="presParOf" srcId="{0C9E7135-7619-468B-A624-A750DD25BB75}" destId="{860CB717-0E8B-4716-AEFB-38F898EA4C7F}" srcOrd="3" destOrd="0" presId="urn:microsoft.com/office/officeart/2008/layout/AlternatingHexagons"/>
    <dgm:cxn modelId="{C2298193-2698-4020-8CF5-445A99E4A494}" type="presParOf" srcId="{0C9E7135-7619-468B-A624-A750DD25BB75}" destId="{04B04378-767B-4882-A451-F94E4C1240A7}" srcOrd="4" destOrd="0" presId="urn:microsoft.com/office/officeart/2008/layout/AlternatingHexagons"/>
    <dgm:cxn modelId="{1F848A33-EA1B-40D2-B3D7-057D72080A78}" type="presParOf" srcId="{04B04378-767B-4882-A451-F94E4C1240A7}" destId="{D59BF26C-8EC3-4BE4-A42F-96E5FE4C3FB9}" srcOrd="0" destOrd="0" presId="urn:microsoft.com/office/officeart/2008/layout/AlternatingHexagons"/>
    <dgm:cxn modelId="{9748AB79-334D-4F2A-AC9B-B0C206FAA8E9}" type="presParOf" srcId="{04B04378-767B-4882-A451-F94E4C1240A7}" destId="{CD30A20D-2055-43EF-914B-1651734D9A09}" srcOrd="1" destOrd="0" presId="urn:microsoft.com/office/officeart/2008/layout/AlternatingHexagons"/>
    <dgm:cxn modelId="{CAF81AD1-36F4-4327-9284-73F45BFB4AA4}" type="presParOf" srcId="{04B04378-767B-4882-A451-F94E4C1240A7}" destId="{3EF5B8F4-4D71-4C69-A68D-8FAE50A94F1C}" srcOrd="2" destOrd="0" presId="urn:microsoft.com/office/officeart/2008/layout/AlternatingHexagons"/>
    <dgm:cxn modelId="{53E59112-6117-4C6F-A818-077C398B2B1D}" type="presParOf" srcId="{04B04378-767B-4882-A451-F94E4C1240A7}" destId="{425A9ACE-97F6-4D83-961D-AE4BF91A7353}" srcOrd="3" destOrd="0" presId="urn:microsoft.com/office/officeart/2008/layout/AlternatingHexagons"/>
    <dgm:cxn modelId="{3978CCFA-98D0-4A7C-B432-57747F154490}" type="presParOf" srcId="{04B04378-767B-4882-A451-F94E4C1240A7}" destId="{79069683-9F31-4F6A-B65D-2CDAC961564B}" srcOrd="4" destOrd="0" presId="urn:microsoft.com/office/officeart/2008/layout/AlternatingHexagons"/>
    <dgm:cxn modelId="{C702EFCD-CBEA-4F1F-8264-E3D173F75426}" type="presParOf" srcId="{0C9E7135-7619-468B-A624-A750DD25BB75}" destId="{20D196EE-C012-4694-B151-7F357E023115}" srcOrd="5" destOrd="0" presId="urn:microsoft.com/office/officeart/2008/layout/AlternatingHexagons"/>
    <dgm:cxn modelId="{42B30809-A547-4357-8D06-399E762378E3}" type="presParOf" srcId="{0C9E7135-7619-468B-A624-A750DD25BB75}" destId="{E0255087-6DB8-4F15-A59D-F477BEFEE087}" srcOrd="6" destOrd="0" presId="urn:microsoft.com/office/officeart/2008/layout/AlternatingHexagons"/>
    <dgm:cxn modelId="{0526C1F8-5D4F-4EA7-98E6-51677335DE0C}" type="presParOf" srcId="{E0255087-6DB8-4F15-A59D-F477BEFEE087}" destId="{9EAE6ED9-61DE-4E04-9175-C072842AE781}" srcOrd="0" destOrd="0" presId="urn:microsoft.com/office/officeart/2008/layout/AlternatingHexagons"/>
    <dgm:cxn modelId="{5A083A72-213F-451A-A66D-8675C96F0863}" type="presParOf" srcId="{E0255087-6DB8-4F15-A59D-F477BEFEE087}" destId="{6D62008D-272C-40E6-A9CE-8C7C11DA5948}" srcOrd="1" destOrd="0" presId="urn:microsoft.com/office/officeart/2008/layout/AlternatingHexagons"/>
    <dgm:cxn modelId="{D612437C-50CF-4190-B13F-F9DFC185ABD2}" type="presParOf" srcId="{E0255087-6DB8-4F15-A59D-F477BEFEE087}" destId="{474AFF61-7CE3-4FAC-8E6F-73AD98F30937}" srcOrd="2" destOrd="0" presId="urn:microsoft.com/office/officeart/2008/layout/AlternatingHexagons"/>
    <dgm:cxn modelId="{9817ACF5-B45E-495D-BD37-683906BA7D70}" type="presParOf" srcId="{E0255087-6DB8-4F15-A59D-F477BEFEE087}" destId="{939AED13-69EA-420D-9836-B9CE333C8416}" srcOrd="3" destOrd="0" presId="urn:microsoft.com/office/officeart/2008/layout/AlternatingHexagons"/>
    <dgm:cxn modelId="{B745C5AA-0844-4C86-9EA3-EC7BFCD08AF2}" type="presParOf" srcId="{E0255087-6DB8-4F15-A59D-F477BEFEE087}" destId="{F025223B-2DB3-409C-98C9-E07C08D24B93}" srcOrd="4" destOrd="0" presId="urn:microsoft.com/office/officeart/2008/layout/AlternatingHexagons"/>
    <dgm:cxn modelId="{4FD77FE2-2EBE-48E9-984F-EE40886933F3}" type="presParOf" srcId="{0C9E7135-7619-468B-A624-A750DD25BB75}" destId="{D19B4509-11BA-4C9B-9E83-FBE9784A3FF4}" srcOrd="7" destOrd="0" presId="urn:microsoft.com/office/officeart/2008/layout/AlternatingHexagons"/>
    <dgm:cxn modelId="{861671E0-D425-4DD8-A366-91C56D96143C}" type="presParOf" srcId="{0C9E7135-7619-468B-A624-A750DD25BB75}" destId="{0C9F45B3-CE00-46DF-9209-E5BC3070B5BF}" srcOrd="8" destOrd="0" presId="urn:microsoft.com/office/officeart/2008/layout/AlternatingHexagons"/>
    <dgm:cxn modelId="{D9E1BBAC-5ECD-4970-BF15-00F4022042F7}" type="presParOf" srcId="{0C9F45B3-CE00-46DF-9209-E5BC3070B5BF}" destId="{76E0F567-11BF-4260-868E-5FED0DDB37A0}" srcOrd="0" destOrd="0" presId="urn:microsoft.com/office/officeart/2008/layout/AlternatingHexagons"/>
    <dgm:cxn modelId="{5C94222D-287F-4E5F-97D6-4735FA3F07D1}" type="presParOf" srcId="{0C9F45B3-CE00-46DF-9209-E5BC3070B5BF}" destId="{CFE72060-25DF-434F-A1F6-0949ACB371D4}" srcOrd="1" destOrd="0" presId="urn:microsoft.com/office/officeart/2008/layout/AlternatingHexagons"/>
    <dgm:cxn modelId="{A98EA6AD-8E42-4552-B00F-00D6FF45BB26}" type="presParOf" srcId="{0C9F45B3-CE00-46DF-9209-E5BC3070B5BF}" destId="{ED223588-3A45-4F08-8B29-C2AB97979FBA}" srcOrd="2" destOrd="0" presId="urn:microsoft.com/office/officeart/2008/layout/AlternatingHexagons"/>
    <dgm:cxn modelId="{815B9228-8903-4AF3-828D-94D0D4F13D78}" type="presParOf" srcId="{0C9F45B3-CE00-46DF-9209-E5BC3070B5BF}" destId="{21CE8B98-26D7-4346-A7AA-497CE6E55BDF}" srcOrd="3" destOrd="0" presId="urn:microsoft.com/office/officeart/2008/layout/AlternatingHexagons"/>
    <dgm:cxn modelId="{C6F3D0CA-41E1-48D8-ABD0-66101CE75925}" type="presParOf" srcId="{0C9F45B3-CE00-46DF-9209-E5BC3070B5BF}" destId="{667600A2-BB91-4FCF-B587-C2D722A1AFA3}" srcOrd="4" destOrd="0" presId="urn:microsoft.com/office/officeart/2008/layout/AlternatingHexagons"/>
    <dgm:cxn modelId="{93C194B9-A783-4EF5-B48F-D1A26E0F37CD}" type="presParOf" srcId="{0C9E7135-7619-468B-A624-A750DD25BB75}" destId="{B3BE4E97-164F-450C-90FF-4461637C878E}" srcOrd="9" destOrd="0" presId="urn:microsoft.com/office/officeart/2008/layout/AlternatingHexagons"/>
    <dgm:cxn modelId="{765C40C2-7162-4160-B304-A06E8065ACAA}" type="presParOf" srcId="{0C9E7135-7619-468B-A624-A750DD25BB75}" destId="{8ECADFAE-2E2C-4F3E-BA95-2AF88872CC82}" srcOrd="10" destOrd="0" presId="urn:microsoft.com/office/officeart/2008/layout/AlternatingHexagons"/>
    <dgm:cxn modelId="{6C2EF58D-2F03-4B6B-BC95-B7BDFB536F18}" type="presParOf" srcId="{8ECADFAE-2E2C-4F3E-BA95-2AF88872CC82}" destId="{F1500D03-1038-4AD5-B9F6-DF03A6DFDD84}" srcOrd="0" destOrd="0" presId="urn:microsoft.com/office/officeart/2008/layout/AlternatingHexagons"/>
    <dgm:cxn modelId="{3B6ACD25-33C8-47C8-B087-810547060535}" type="presParOf" srcId="{8ECADFAE-2E2C-4F3E-BA95-2AF88872CC82}" destId="{35405E00-303E-4455-A4E9-732A987FF3E7}" srcOrd="1" destOrd="0" presId="urn:microsoft.com/office/officeart/2008/layout/AlternatingHexagons"/>
    <dgm:cxn modelId="{76926A88-071B-4BAE-9D60-AD93C1EDC855}" type="presParOf" srcId="{8ECADFAE-2E2C-4F3E-BA95-2AF88872CC82}" destId="{7F7E896D-EA23-4ECC-9313-9762AF642FAF}" srcOrd="2" destOrd="0" presId="urn:microsoft.com/office/officeart/2008/layout/AlternatingHexagons"/>
    <dgm:cxn modelId="{45170A23-E944-4AE1-B07D-4E02535F851D}" type="presParOf" srcId="{8ECADFAE-2E2C-4F3E-BA95-2AF88872CC82}" destId="{66AC0B3A-8A7A-4812-A504-38001D67C5CF}" srcOrd="3" destOrd="0" presId="urn:microsoft.com/office/officeart/2008/layout/AlternatingHexagons"/>
    <dgm:cxn modelId="{E53DB2AB-DC75-42F1-97FC-D796BB8D82B2}" type="presParOf" srcId="{8ECADFAE-2E2C-4F3E-BA95-2AF88872CC82}" destId="{CC983485-D35B-4D78-A8CC-C27C47021F77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5197B9-725E-4239-A209-4DC908DA85E3}">
      <dsp:nvSpPr>
        <dsp:cNvPr id="0" name=""/>
        <dsp:cNvSpPr/>
      </dsp:nvSpPr>
      <dsp:spPr>
        <a:xfrm rot="5400000">
          <a:off x="3150221" y="115549"/>
          <a:ext cx="1776896" cy="154590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Needs Branching &amp; Strategy</a:t>
          </a:r>
        </a:p>
      </dsp:txBody>
      <dsp:txXfrm rot="-5400000">
        <a:off x="3506622" y="276951"/>
        <a:ext cx="1064094" cy="1223096"/>
      </dsp:txXfrm>
    </dsp:sp>
    <dsp:sp modelId="{4F0BBFE7-3C5D-41F2-A466-6A4DD4536085}">
      <dsp:nvSpPr>
        <dsp:cNvPr id="0" name=""/>
        <dsp:cNvSpPr/>
      </dsp:nvSpPr>
      <dsp:spPr>
        <a:xfrm>
          <a:off x="4858529" y="355430"/>
          <a:ext cx="1983016" cy="1066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Who?</a:t>
          </a:r>
        </a:p>
      </dsp:txBody>
      <dsp:txXfrm>
        <a:off x="4858529" y="355430"/>
        <a:ext cx="1983016" cy="1066138"/>
      </dsp:txXfrm>
    </dsp:sp>
    <dsp:sp modelId="{84953FA7-927C-4044-8FD4-717A3B2CF1D3}">
      <dsp:nvSpPr>
        <dsp:cNvPr id="0" name=""/>
        <dsp:cNvSpPr/>
      </dsp:nvSpPr>
      <dsp:spPr>
        <a:xfrm rot="5400000">
          <a:off x="1480649" y="115549"/>
          <a:ext cx="1776896" cy="154590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1837050" y="276951"/>
        <a:ext cx="1064094" cy="1223096"/>
      </dsp:txXfrm>
    </dsp:sp>
    <dsp:sp modelId="{AC05E721-0A0A-475B-A10C-20B28852979F}">
      <dsp:nvSpPr>
        <dsp:cNvPr id="0" name=""/>
        <dsp:cNvSpPr/>
      </dsp:nvSpPr>
      <dsp:spPr>
        <a:xfrm rot="5400000">
          <a:off x="2312236" y="1623779"/>
          <a:ext cx="1776896" cy="154590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Need a strategy ?</a:t>
          </a:r>
        </a:p>
      </dsp:txBody>
      <dsp:txXfrm rot="-5400000">
        <a:off x="2668637" y="1785181"/>
        <a:ext cx="1064094" cy="1223096"/>
      </dsp:txXfrm>
    </dsp:sp>
    <dsp:sp modelId="{A413E1A8-6BE3-4DAA-8212-D9513236647A}">
      <dsp:nvSpPr>
        <dsp:cNvPr id="0" name=""/>
        <dsp:cNvSpPr/>
      </dsp:nvSpPr>
      <dsp:spPr>
        <a:xfrm>
          <a:off x="444718" y="1863660"/>
          <a:ext cx="1919048" cy="1066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Why?</a:t>
          </a:r>
        </a:p>
      </dsp:txBody>
      <dsp:txXfrm>
        <a:off x="444718" y="1863660"/>
        <a:ext cx="1919048" cy="1066138"/>
      </dsp:txXfrm>
    </dsp:sp>
    <dsp:sp modelId="{D4857070-4607-4A1F-A90F-F42ACB173633}">
      <dsp:nvSpPr>
        <dsp:cNvPr id="0" name=""/>
        <dsp:cNvSpPr/>
      </dsp:nvSpPr>
      <dsp:spPr>
        <a:xfrm rot="5400000">
          <a:off x="3981809" y="1623779"/>
          <a:ext cx="1776896" cy="154590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4338210" y="1785181"/>
        <a:ext cx="1064094" cy="1223096"/>
      </dsp:txXfrm>
    </dsp:sp>
    <dsp:sp modelId="{9678B53E-976A-4EEA-A31E-A9BAA9E2A2F3}">
      <dsp:nvSpPr>
        <dsp:cNvPr id="0" name=""/>
        <dsp:cNvSpPr/>
      </dsp:nvSpPr>
      <dsp:spPr>
        <a:xfrm rot="5400000">
          <a:off x="3150221" y="3132009"/>
          <a:ext cx="1776896" cy="154590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To adopt and follow a strategy</a:t>
          </a:r>
        </a:p>
      </dsp:txBody>
      <dsp:txXfrm rot="-5400000">
        <a:off x="3506622" y="3293411"/>
        <a:ext cx="1064094" cy="1223096"/>
      </dsp:txXfrm>
    </dsp:sp>
    <dsp:sp modelId="{E4A03674-BA98-4735-9CB5-BD23CCEB1560}">
      <dsp:nvSpPr>
        <dsp:cNvPr id="0" name=""/>
        <dsp:cNvSpPr/>
      </dsp:nvSpPr>
      <dsp:spPr>
        <a:xfrm>
          <a:off x="4858529" y="3371890"/>
          <a:ext cx="1983016" cy="1066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How?</a:t>
          </a:r>
        </a:p>
      </dsp:txBody>
      <dsp:txXfrm>
        <a:off x="4858529" y="3371890"/>
        <a:ext cx="1983016" cy="1066138"/>
      </dsp:txXfrm>
    </dsp:sp>
    <dsp:sp modelId="{DBC13A93-E5F2-436F-B7E4-97C694E895DE}">
      <dsp:nvSpPr>
        <dsp:cNvPr id="0" name=""/>
        <dsp:cNvSpPr/>
      </dsp:nvSpPr>
      <dsp:spPr>
        <a:xfrm rot="5400000">
          <a:off x="1480649" y="3132009"/>
          <a:ext cx="1776896" cy="154590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1837050" y="3293411"/>
        <a:ext cx="1064094" cy="12230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17179E-BF46-488E-AA11-3545E55E4F41}">
      <dsp:nvSpPr>
        <dsp:cNvPr id="0" name=""/>
        <dsp:cNvSpPr/>
      </dsp:nvSpPr>
      <dsp:spPr>
        <a:xfrm>
          <a:off x="1381" y="862149"/>
          <a:ext cx="1683584" cy="6734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Team </a:t>
          </a:r>
        </a:p>
      </dsp:txBody>
      <dsp:txXfrm>
        <a:off x="338098" y="862149"/>
        <a:ext cx="1010151" cy="673433"/>
      </dsp:txXfrm>
    </dsp:sp>
    <dsp:sp modelId="{FF97B578-7FA5-4831-B6AB-FAC3A8E53809}">
      <dsp:nvSpPr>
        <dsp:cNvPr id="0" name=""/>
        <dsp:cNvSpPr/>
      </dsp:nvSpPr>
      <dsp:spPr>
        <a:xfrm>
          <a:off x="1516608" y="862149"/>
          <a:ext cx="1683584" cy="6734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Collaborate &amp; Develop</a:t>
          </a:r>
        </a:p>
      </dsp:txBody>
      <dsp:txXfrm>
        <a:off x="1853325" y="862149"/>
        <a:ext cx="1010151" cy="673433"/>
      </dsp:txXfrm>
    </dsp:sp>
    <dsp:sp modelId="{DD148673-F3B5-4026-8CA6-36808474DD89}">
      <dsp:nvSpPr>
        <dsp:cNvPr id="0" name=""/>
        <dsp:cNvSpPr/>
      </dsp:nvSpPr>
      <dsp:spPr>
        <a:xfrm>
          <a:off x="3031834" y="862149"/>
          <a:ext cx="1683584" cy="6734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Sustainable and maintainable</a:t>
          </a:r>
        </a:p>
      </dsp:txBody>
      <dsp:txXfrm>
        <a:off x="3368551" y="862149"/>
        <a:ext cx="1010151" cy="6734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487BCB-6550-4414-AD9A-75EA2CE508D4}">
      <dsp:nvSpPr>
        <dsp:cNvPr id="0" name=""/>
        <dsp:cNvSpPr/>
      </dsp:nvSpPr>
      <dsp:spPr>
        <a:xfrm>
          <a:off x="2794974" y="440795"/>
          <a:ext cx="1167656" cy="116787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EA7A69-E43D-4114-9449-A8DEC0C2F124}">
      <dsp:nvSpPr>
        <dsp:cNvPr id="0" name=""/>
        <dsp:cNvSpPr/>
      </dsp:nvSpPr>
      <dsp:spPr>
        <a:xfrm>
          <a:off x="2833744" y="479731"/>
          <a:ext cx="1090116" cy="1090000"/>
        </a:xfrm>
        <a:prstGeom prst="ellipse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Issue is traceable</a:t>
          </a:r>
        </a:p>
      </dsp:txBody>
      <dsp:txXfrm>
        <a:off x="2989584" y="635474"/>
        <a:ext cx="778437" cy="778513"/>
      </dsp:txXfrm>
    </dsp:sp>
    <dsp:sp modelId="{F4DE7F14-1370-453C-9D85-01EDDD252542}">
      <dsp:nvSpPr>
        <dsp:cNvPr id="0" name=""/>
        <dsp:cNvSpPr/>
      </dsp:nvSpPr>
      <dsp:spPr>
        <a:xfrm rot="2700000">
          <a:off x="1589575" y="442207"/>
          <a:ext cx="1164843" cy="1164843"/>
        </a:xfrm>
        <a:prstGeom prst="teardrop">
          <a:avLst>
            <a:gd name="adj" fmla="val 1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E469C5-C8DB-4DE4-9522-482BC410094A}">
      <dsp:nvSpPr>
        <dsp:cNvPr id="0" name=""/>
        <dsp:cNvSpPr/>
      </dsp:nvSpPr>
      <dsp:spPr>
        <a:xfrm>
          <a:off x="1626938" y="479731"/>
          <a:ext cx="1090116" cy="1090000"/>
        </a:xfrm>
        <a:prstGeom prst="ellipse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Change History is logged</a:t>
          </a:r>
        </a:p>
      </dsp:txBody>
      <dsp:txXfrm>
        <a:off x="1782778" y="635474"/>
        <a:ext cx="778437" cy="778513"/>
      </dsp:txXfrm>
    </dsp:sp>
    <dsp:sp modelId="{E987EBAD-F280-4101-9A5E-4F4076252BF6}">
      <dsp:nvSpPr>
        <dsp:cNvPr id="0" name=""/>
        <dsp:cNvSpPr/>
      </dsp:nvSpPr>
      <dsp:spPr>
        <a:xfrm rot="2700000">
          <a:off x="382769" y="442207"/>
          <a:ext cx="1164843" cy="1164843"/>
        </a:xfrm>
        <a:prstGeom prst="teardrop">
          <a:avLst>
            <a:gd name="adj" fmla="val 1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618632-00E7-44E6-8E6E-6A9B5511954D}">
      <dsp:nvSpPr>
        <dsp:cNvPr id="0" name=""/>
        <dsp:cNvSpPr/>
      </dsp:nvSpPr>
      <dsp:spPr>
        <a:xfrm>
          <a:off x="420132" y="479731"/>
          <a:ext cx="1090116" cy="1090000"/>
        </a:xfrm>
        <a:prstGeom prst="ellipse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Efforts are marked</a:t>
          </a:r>
        </a:p>
      </dsp:txBody>
      <dsp:txXfrm>
        <a:off x="575972" y="635474"/>
        <a:ext cx="778437" cy="77851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17179E-BF46-488E-AA11-3545E55E4F41}">
      <dsp:nvSpPr>
        <dsp:cNvPr id="0" name=""/>
        <dsp:cNvSpPr/>
      </dsp:nvSpPr>
      <dsp:spPr>
        <a:xfrm>
          <a:off x="1381" y="862149"/>
          <a:ext cx="1683584" cy="6734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Development culture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Of Team</a:t>
          </a:r>
        </a:p>
      </dsp:txBody>
      <dsp:txXfrm>
        <a:off x="338098" y="862149"/>
        <a:ext cx="1010151" cy="673433"/>
      </dsp:txXfrm>
    </dsp:sp>
    <dsp:sp modelId="{FF97B578-7FA5-4831-B6AB-FAC3A8E53809}">
      <dsp:nvSpPr>
        <dsp:cNvPr id="0" name=""/>
        <dsp:cNvSpPr/>
      </dsp:nvSpPr>
      <dsp:spPr>
        <a:xfrm>
          <a:off x="1516608" y="862149"/>
          <a:ext cx="1683584" cy="6734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Efficiency and productivity </a:t>
          </a:r>
        </a:p>
      </dsp:txBody>
      <dsp:txXfrm>
        <a:off x="1853325" y="862149"/>
        <a:ext cx="1010151" cy="673433"/>
      </dsp:txXfrm>
    </dsp:sp>
    <dsp:sp modelId="{DD148673-F3B5-4026-8CA6-36808474DD89}">
      <dsp:nvSpPr>
        <dsp:cNvPr id="0" name=""/>
        <dsp:cNvSpPr/>
      </dsp:nvSpPr>
      <dsp:spPr>
        <a:xfrm>
          <a:off x="3031834" y="862149"/>
          <a:ext cx="1683584" cy="6734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Visibility and quality</a:t>
          </a:r>
        </a:p>
      </dsp:txBody>
      <dsp:txXfrm>
        <a:off x="3368551" y="862149"/>
        <a:ext cx="1010151" cy="6734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6A10B5-4F2C-4637-A150-64B586A3E566}">
      <dsp:nvSpPr>
        <dsp:cNvPr id="0" name=""/>
        <dsp:cNvSpPr/>
      </dsp:nvSpPr>
      <dsp:spPr>
        <a:xfrm>
          <a:off x="730600" y="206000"/>
          <a:ext cx="1266612" cy="1266748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6C0B5A-97A6-4F23-9369-BE442B9865F5}">
      <dsp:nvSpPr>
        <dsp:cNvPr id="0" name=""/>
        <dsp:cNvSpPr/>
      </dsp:nvSpPr>
      <dsp:spPr>
        <a:xfrm>
          <a:off x="1010248" y="664708"/>
          <a:ext cx="706841" cy="353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Fork or Clone</a:t>
          </a:r>
        </a:p>
      </dsp:txBody>
      <dsp:txXfrm>
        <a:off x="1010248" y="664708"/>
        <a:ext cx="706841" cy="353186"/>
      </dsp:txXfrm>
    </dsp:sp>
    <dsp:sp modelId="{36C66186-D246-4877-B49B-E1B259EBDE58}">
      <dsp:nvSpPr>
        <dsp:cNvPr id="0" name=""/>
        <dsp:cNvSpPr/>
      </dsp:nvSpPr>
      <dsp:spPr>
        <a:xfrm>
          <a:off x="378724" y="934055"/>
          <a:ext cx="1266612" cy="1266748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860B84-0CE1-43D9-9BD8-A2B37B616357}">
      <dsp:nvSpPr>
        <dsp:cNvPr id="0" name=""/>
        <dsp:cNvSpPr/>
      </dsp:nvSpPr>
      <dsp:spPr>
        <a:xfrm>
          <a:off x="656946" y="1394209"/>
          <a:ext cx="706841" cy="353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Name of branch</a:t>
          </a:r>
        </a:p>
      </dsp:txBody>
      <dsp:txXfrm>
        <a:off x="656946" y="1394209"/>
        <a:ext cx="706841" cy="353186"/>
      </dsp:txXfrm>
    </dsp:sp>
    <dsp:sp modelId="{CEABC337-08FF-4F76-9264-599B148D6D61}">
      <dsp:nvSpPr>
        <dsp:cNvPr id="0" name=""/>
        <dsp:cNvSpPr/>
      </dsp:nvSpPr>
      <dsp:spPr>
        <a:xfrm>
          <a:off x="730600" y="1664520"/>
          <a:ext cx="1266612" cy="1266748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AE9BA8-5E62-4B15-9CE1-779C572B8C5F}">
      <dsp:nvSpPr>
        <dsp:cNvPr id="0" name=""/>
        <dsp:cNvSpPr/>
      </dsp:nvSpPr>
      <dsp:spPr>
        <a:xfrm>
          <a:off x="1010248" y="2123228"/>
          <a:ext cx="706841" cy="353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Commits</a:t>
          </a:r>
        </a:p>
      </dsp:txBody>
      <dsp:txXfrm>
        <a:off x="1010248" y="2123228"/>
        <a:ext cx="706841" cy="353186"/>
      </dsp:txXfrm>
    </dsp:sp>
    <dsp:sp modelId="{A5BCFC8C-5B0B-4CCF-A23D-D6D05DA9AD1B}">
      <dsp:nvSpPr>
        <dsp:cNvPr id="0" name=""/>
        <dsp:cNvSpPr/>
      </dsp:nvSpPr>
      <dsp:spPr>
        <a:xfrm>
          <a:off x="378724" y="2394020"/>
          <a:ext cx="1266612" cy="1266748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516A8B-9F3D-4501-80C1-711085FCD362}">
      <dsp:nvSpPr>
        <dsp:cNvPr id="0" name=""/>
        <dsp:cNvSpPr/>
      </dsp:nvSpPr>
      <dsp:spPr>
        <a:xfrm>
          <a:off x="656946" y="2852729"/>
          <a:ext cx="706841" cy="353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Commit history</a:t>
          </a:r>
        </a:p>
      </dsp:txBody>
      <dsp:txXfrm>
        <a:off x="656946" y="2852729"/>
        <a:ext cx="706841" cy="353186"/>
      </dsp:txXfrm>
    </dsp:sp>
    <dsp:sp modelId="{BD462367-3F70-4F39-BACA-2572BA607EC0}">
      <dsp:nvSpPr>
        <dsp:cNvPr id="0" name=""/>
        <dsp:cNvSpPr/>
      </dsp:nvSpPr>
      <dsp:spPr>
        <a:xfrm>
          <a:off x="730600" y="3122558"/>
          <a:ext cx="1266612" cy="1266748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3EAD16-74AE-4B81-A946-5E58372DFEFF}">
      <dsp:nvSpPr>
        <dsp:cNvPr id="0" name=""/>
        <dsp:cNvSpPr/>
      </dsp:nvSpPr>
      <dsp:spPr>
        <a:xfrm>
          <a:off x="1010248" y="3581266"/>
          <a:ext cx="706841" cy="353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Adherence to the strategy</a:t>
          </a:r>
        </a:p>
      </dsp:txBody>
      <dsp:txXfrm>
        <a:off x="1010248" y="3581266"/>
        <a:ext cx="706841" cy="353186"/>
      </dsp:txXfrm>
    </dsp:sp>
    <dsp:sp modelId="{3AC68147-8ED4-4605-8A7A-BCCEFD90C498}">
      <dsp:nvSpPr>
        <dsp:cNvPr id="0" name=""/>
        <dsp:cNvSpPr/>
      </dsp:nvSpPr>
      <dsp:spPr>
        <a:xfrm>
          <a:off x="469009" y="3935416"/>
          <a:ext cx="1088179" cy="1088951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85CF2A-B707-4355-83F4-A2DD667DA494}">
      <dsp:nvSpPr>
        <dsp:cNvPr id="0" name=""/>
        <dsp:cNvSpPr/>
      </dsp:nvSpPr>
      <dsp:spPr>
        <a:xfrm>
          <a:off x="656946" y="4310767"/>
          <a:ext cx="706841" cy="353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Improve quality and productivity</a:t>
          </a:r>
        </a:p>
      </dsp:txBody>
      <dsp:txXfrm>
        <a:off x="656946" y="4310767"/>
        <a:ext cx="706841" cy="35318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C0870F-8B33-45A4-8D86-E46B2194CE42}">
      <dsp:nvSpPr>
        <dsp:cNvPr id="0" name=""/>
        <dsp:cNvSpPr/>
      </dsp:nvSpPr>
      <dsp:spPr>
        <a:xfrm>
          <a:off x="-3143655" y="-483866"/>
          <a:ext cx="3749512" cy="3749512"/>
        </a:xfrm>
        <a:prstGeom prst="blockArc">
          <a:avLst>
            <a:gd name="adj1" fmla="val 18900000"/>
            <a:gd name="adj2" fmla="val 2700000"/>
            <a:gd name="adj3" fmla="val 576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BE2C60-597A-45C8-BF32-F91332648BE7}">
      <dsp:nvSpPr>
        <dsp:cNvPr id="0" name=""/>
        <dsp:cNvSpPr/>
      </dsp:nvSpPr>
      <dsp:spPr>
        <a:xfrm>
          <a:off x="389564" y="278178"/>
          <a:ext cx="5371293" cy="556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1608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Trunk based</a:t>
          </a:r>
        </a:p>
      </dsp:txBody>
      <dsp:txXfrm>
        <a:off x="389564" y="278178"/>
        <a:ext cx="5371293" cy="556356"/>
      </dsp:txXfrm>
    </dsp:sp>
    <dsp:sp modelId="{E2202310-4B35-4D9B-AE78-44DD56996F90}">
      <dsp:nvSpPr>
        <dsp:cNvPr id="0" name=""/>
        <dsp:cNvSpPr/>
      </dsp:nvSpPr>
      <dsp:spPr>
        <a:xfrm>
          <a:off x="41841" y="208633"/>
          <a:ext cx="695444" cy="69544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ACEE4D-1DFC-4767-A973-0DA7C7D6B869}">
      <dsp:nvSpPr>
        <dsp:cNvPr id="0" name=""/>
        <dsp:cNvSpPr/>
      </dsp:nvSpPr>
      <dsp:spPr>
        <a:xfrm>
          <a:off x="591799" y="1112712"/>
          <a:ext cx="5169057" cy="556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1608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GitHub and GitLab Feature/ Release flow</a:t>
          </a:r>
        </a:p>
      </dsp:txBody>
      <dsp:txXfrm>
        <a:off x="591799" y="1112712"/>
        <a:ext cx="5169057" cy="556356"/>
      </dsp:txXfrm>
    </dsp:sp>
    <dsp:sp modelId="{20B73BB4-B2BA-41C4-9B58-89B777475013}">
      <dsp:nvSpPr>
        <dsp:cNvPr id="0" name=""/>
        <dsp:cNvSpPr/>
      </dsp:nvSpPr>
      <dsp:spPr>
        <a:xfrm>
          <a:off x="244077" y="1043167"/>
          <a:ext cx="695444" cy="69544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C7B5F3-981E-42EF-9E4C-34EAAF643902}">
      <dsp:nvSpPr>
        <dsp:cNvPr id="0" name=""/>
        <dsp:cNvSpPr/>
      </dsp:nvSpPr>
      <dsp:spPr>
        <a:xfrm>
          <a:off x="389564" y="1947245"/>
          <a:ext cx="5371293" cy="556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1608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Git flow</a:t>
          </a:r>
        </a:p>
      </dsp:txBody>
      <dsp:txXfrm>
        <a:off x="389564" y="1947245"/>
        <a:ext cx="5371293" cy="556356"/>
      </dsp:txXfrm>
    </dsp:sp>
    <dsp:sp modelId="{386F5454-CD63-48BB-9957-30CC159621C7}">
      <dsp:nvSpPr>
        <dsp:cNvPr id="0" name=""/>
        <dsp:cNvSpPr/>
      </dsp:nvSpPr>
      <dsp:spPr>
        <a:xfrm>
          <a:off x="41841" y="1877701"/>
          <a:ext cx="695444" cy="69544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5197B9-725E-4239-A209-4DC908DA85E3}">
      <dsp:nvSpPr>
        <dsp:cNvPr id="0" name=""/>
        <dsp:cNvSpPr/>
      </dsp:nvSpPr>
      <dsp:spPr>
        <a:xfrm rot="5400000">
          <a:off x="2333842" y="73736"/>
          <a:ext cx="1080135" cy="939717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 dirty="0"/>
        </a:p>
      </dsp:txBody>
      <dsp:txXfrm rot="-5400000">
        <a:off x="2550490" y="171848"/>
        <a:ext cx="646839" cy="743493"/>
      </dsp:txXfrm>
    </dsp:sp>
    <dsp:sp modelId="{4F0BBFE7-3C5D-41F2-A466-6A4DD4536085}">
      <dsp:nvSpPr>
        <dsp:cNvPr id="0" name=""/>
        <dsp:cNvSpPr/>
      </dsp:nvSpPr>
      <dsp:spPr>
        <a:xfrm>
          <a:off x="3372284" y="219555"/>
          <a:ext cx="1205430" cy="648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Strategy?</a:t>
          </a:r>
        </a:p>
      </dsp:txBody>
      <dsp:txXfrm>
        <a:off x="3372284" y="219555"/>
        <a:ext cx="1205430" cy="648081"/>
      </dsp:txXfrm>
    </dsp:sp>
    <dsp:sp modelId="{84953FA7-927C-4044-8FD4-717A3B2CF1D3}">
      <dsp:nvSpPr>
        <dsp:cNvPr id="0" name=""/>
        <dsp:cNvSpPr/>
      </dsp:nvSpPr>
      <dsp:spPr>
        <a:xfrm rot="5400000">
          <a:off x="1318947" y="73736"/>
          <a:ext cx="1080135" cy="939717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1535595" y="171848"/>
        <a:ext cx="646839" cy="743493"/>
      </dsp:txXfrm>
    </dsp:sp>
    <dsp:sp modelId="{733DE8B9-2A30-493E-855C-13B2E9A7E0F1}">
      <dsp:nvSpPr>
        <dsp:cNvPr id="0" name=""/>
        <dsp:cNvSpPr/>
      </dsp:nvSpPr>
      <dsp:spPr>
        <a:xfrm rot="5400000">
          <a:off x="1824450" y="990555"/>
          <a:ext cx="1080135" cy="939717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 dirty="0"/>
        </a:p>
      </dsp:txBody>
      <dsp:txXfrm rot="-5400000">
        <a:off x="2041098" y="1088667"/>
        <a:ext cx="646839" cy="743493"/>
      </dsp:txXfrm>
    </dsp:sp>
    <dsp:sp modelId="{10D126E3-B967-48E8-8568-CF48CF515FE6}">
      <dsp:nvSpPr>
        <dsp:cNvPr id="0" name=""/>
        <dsp:cNvSpPr/>
      </dsp:nvSpPr>
      <dsp:spPr>
        <a:xfrm>
          <a:off x="689228" y="1136373"/>
          <a:ext cx="1166545" cy="648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Branch name?</a:t>
          </a:r>
        </a:p>
      </dsp:txBody>
      <dsp:txXfrm>
        <a:off x="689228" y="1136373"/>
        <a:ext cx="1166545" cy="648081"/>
      </dsp:txXfrm>
    </dsp:sp>
    <dsp:sp modelId="{26847E94-2256-45F2-97DE-F262682DC93B}">
      <dsp:nvSpPr>
        <dsp:cNvPr id="0" name=""/>
        <dsp:cNvSpPr/>
      </dsp:nvSpPr>
      <dsp:spPr>
        <a:xfrm rot="5400000">
          <a:off x="2839345" y="990555"/>
          <a:ext cx="1080135" cy="939717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3055993" y="1088667"/>
        <a:ext cx="646839" cy="743493"/>
      </dsp:txXfrm>
    </dsp:sp>
    <dsp:sp modelId="{D59BF26C-8EC3-4BE4-A42F-96E5FE4C3FB9}">
      <dsp:nvSpPr>
        <dsp:cNvPr id="0" name=""/>
        <dsp:cNvSpPr/>
      </dsp:nvSpPr>
      <dsp:spPr>
        <a:xfrm rot="5400000">
          <a:off x="2333842" y="1907373"/>
          <a:ext cx="1080135" cy="939717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 dirty="0"/>
        </a:p>
      </dsp:txBody>
      <dsp:txXfrm rot="-5400000">
        <a:off x="2550490" y="2005485"/>
        <a:ext cx="646839" cy="743493"/>
      </dsp:txXfrm>
    </dsp:sp>
    <dsp:sp modelId="{CD30A20D-2055-43EF-914B-1651734D9A09}">
      <dsp:nvSpPr>
        <dsp:cNvPr id="0" name=""/>
        <dsp:cNvSpPr/>
      </dsp:nvSpPr>
      <dsp:spPr>
        <a:xfrm>
          <a:off x="3372284" y="2053192"/>
          <a:ext cx="1205430" cy="648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Commit s &amp; History</a:t>
          </a:r>
        </a:p>
      </dsp:txBody>
      <dsp:txXfrm>
        <a:off x="3372284" y="2053192"/>
        <a:ext cx="1205430" cy="648081"/>
      </dsp:txXfrm>
    </dsp:sp>
    <dsp:sp modelId="{79069683-9F31-4F6A-B65D-2CDAC961564B}">
      <dsp:nvSpPr>
        <dsp:cNvPr id="0" name=""/>
        <dsp:cNvSpPr/>
      </dsp:nvSpPr>
      <dsp:spPr>
        <a:xfrm rot="5400000">
          <a:off x="1318947" y="1907373"/>
          <a:ext cx="1080135" cy="939717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1535595" y="2005485"/>
        <a:ext cx="646839" cy="743493"/>
      </dsp:txXfrm>
    </dsp:sp>
    <dsp:sp modelId="{9EAE6ED9-61DE-4E04-9175-C072842AE781}">
      <dsp:nvSpPr>
        <dsp:cNvPr id="0" name=""/>
        <dsp:cNvSpPr/>
      </dsp:nvSpPr>
      <dsp:spPr>
        <a:xfrm rot="5400000">
          <a:off x="1824450" y="2824192"/>
          <a:ext cx="1080135" cy="939717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 dirty="0"/>
        </a:p>
      </dsp:txBody>
      <dsp:txXfrm rot="-5400000">
        <a:off x="2041098" y="2922304"/>
        <a:ext cx="646839" cy="743493"/>
      </dsp:txXfrm>
    </dsp:sp>
    <dsp:sp modelId="{6D62008D-272C-40E6-A9CE-8C7C11DA5948}">
      <dsp:nvSpPr>
        <dsp:cNvPr id="0" name=""/>
        <dsp:cNvSpPr/>
      </dsp:nvSpPr>
      <dsp:spPr>
        <a:xfrm>
          <a:off x="689228" y="2970010"/>
          <a:ext cx="1166545" cy="648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Merging &amp; rebasing?</a:t>
          </a:r>
        </a:p>
      </dsp:txBody>
      <dsp:txXfrm>
        <a:off x="689228" y="2970010"/>
        <a:ext cx="1166545" cy="648081"/>
      </dsp:txXfrm>
    </dsp:sp>
    <dsp:sp modelId="{F025223B-2DB3-409C-98C9-E07C08D24B93}">
      <dsp:nvSpPr>
        <dsp:cNvPr id="0" name=""/>
        <dsp:cNvSpPr/>
      </dsp:nvSpPr>
      <dsp:spPr>
        <a:xfrm rot="5400000">
          <a:off x="2839345" y="2824192"/>
          <a:ext cx="1080135" cy="939717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3055993" y="2922304"/>
        <a:ext cx="646839" cy="743493"/>
      </dsp:txXfrm>
    </dsp:sp>
    <dsp:sp modelId="{76E0F567-11BF-4260-868E-5FED0DDB37A0}">
      <dsp:nvSpPr>
        <dsp:cNvPr id="0" name=""/>
        <dsp:cNvSpPr/>
      </dsp:nvSpPr>
      <dsp:spPr>
        <a:xfrm rot="5400000">
          <a:off x="2333842" y="3741011"/>
          <a:ext cx="1080135" cy="939717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 dirty="0"/>
        </a:p>
      </dsp:txBody>
      <dsp:txXfrm rot="-5400000">
        <a:off x="2550490" y="3839123"/>
        <a:ext cx="646839" cy="743493"/>
      </dsp:txXfrm>
    </dsp:sp>
    <dsp:sp modelId="{CFE72060-25DF-434F-A1F6-0949ACB371D4}">
      <dsp:nvSpPr>
        <dsp:cNvPr id="0" name=""/>
        <dsp:cNvSpPr/>
      </dsp:nvSpPr>
      <dsp:spPr>
        <a:xfrm>
          <a:off x="3372284" y="3886829"/>
          <a:ext cx="1205430" cy="648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Review and code peering?</a:t>
          </a:r>
        </a:p>
      </dsp:txBody>
      <dsp:txXfrm>
        <a:off x="3372284" y="3886829"/>
        <a:ext cx="1205430" cy="648081"/>
      </dsp:txXfrm>
    </dsp:sp>
    <dsp:sp modelId="{667600A2-BB91-4FCF-B587-C2D722A1AFA3}">
      <dsp:nvSpPr>
        <dsp:cNvPr id="0" name=""/>
        <dsp:cNvSpPr/>
      </dsp:nvSpPr>
      <dsp:spPr>
        <a:xfrm rot="5400000">
          <a:off x="1318947" y="3741011"/>
          <a:ext cx="1080135" cy="939717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1535595" y="3839123"/>
        <a:ext cx="646839" cy="743493"/>
      </dsp:txXfrm>
    </dsp:sp>
    <dsp:sp modelId="{F1500D03-1038-4AD5-B9F6-DF03A6DFDD84}">
      <dsp:nvSpPr>
        <dsp:cNvPr id="0" name=""/>
        <dsp:cNvSpPr/>
      </dsp:nvSpPr>
      <dsp:spPr>
        <a:xfrm rot="5400000">
          <a:off x="1824450" y="4657829"/>
          <a:ext cx="1080135" cy="939717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 dirty="0"/>
        </a:p>
      </dsp:txBody>
      <dsp:txXfrm rot="-5400000">
        <a:off x="2041098" y="4755941"/>
        <a:ext cx="646839" cy="743493"/>
      </dsp:txXfrm>
    </dsp:sp>
    <dsp:sp modelId="{35405E00-303E-4455-A4E9-732A987FF3E7}">
      <dsp:nvSpPr>
        <dsp:cNvPr id="0" name=""/>
        <dsp:cNvSpPr/>
      </dsp:nvSpPr>
      <dsp:spPr>
        <a:xfrm>
          <a:off x="689228" y="4803647"/>
          <a:ext cx="1166545" cy="648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 Standardize the process (Culture)</a:t>
          </a:r>
        </a:p>
      </dsp:txBody>
      <dsp:txXfrm>
        <a:off x="689228" y="4803647"/>
        <a:ext cx="1166545" cy="648081"/>
      </dsp:txXfrm>
    </dsp:sp>
    <dsp:sp modelId="{CC983485-D35B-4D78-A8CC-C27C47021F77}">
      <dsp:nvSpPr>
        <dsp:cNvPr id="0" name=""/>
        <dsp:cNvSpPr/>
      </dsp:nvSpPr>
      <dsp:spPr>
        <a:xfrm rot="5400000">
          <a:off x="2839345" y="4657829"/>
          <a:ext cx="1080135" cy="939717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3055993" y="4755941"/>
        <a:ext cx="646839" cy="7434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86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F00EBA6F-7B3C-40A0-A697-58A80782371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3244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EBA6F-7B3C-40A0-A697-58A80782371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702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EBA6F-7B3C-40A0-A697-58A80782371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984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	-- Git Flow</a:t>
            </a:r>
          </a:p>
          <a:p>
            <a:r>
              <a:rPr lang="en-US" dirty="0"/>
              <a:t>		Branches</a:t>
            </a:r>
          </a:p>
          <a:p>
            <a:r>
              <a:rPr lang="en-US" dirty="0"/>
              <a:t>			- main for production</a:t>
            </a:r>
          </a:p>
          <a:p>
            <a:r>
              <a:rPr lang="en-US" dirty="0"/>
              <a:t>			- develop for active </a:t>
            </a:r>
            <a:r>
              <a:rPr lang="en-US" dirty="0" err="1"/>
              <a:t>developemnt</a:t>
            </a:r>
            <a:endParaRPr lang="en-US" dirty="0"/>
          </a:p>
          <a:p>
            <a:r>
              <a:rPr lang="en-US" dirty="0"/>
              <a:t>			- feature for new exclusive feature</a:t>
            </a:r>
          </a:p>
          <a:p>
            <a:r>
              <a:rPr lang="en-US" dirty="0"/>
              <a:t>			- release gatekeeper to production</a:t>
            </a:r>
          </a:p>
          <a:p>
            <a:r>
              <a:rPr lang="en-US" dirty="0"/>
              <a:t>			- hotfix for urgent issues</a:t>
            </a:r>
          </a:p>
          <a:p>
            <a:r>
              <a:rPr lang="en-US" dirty="0"/>
              <a:t>		Pros:</a:t>
            </a:r>
          </a:p>
          <a:p>
            <a:r>
              <a:rPr lang="en-US" dirty="0"/>
              <a:t>			- Well-suited for large teams and aligning work across multiple teams.</a:t>
            </a:r>
          </a:p>
          <a:p>
            <a:r>
              <a:rPr lang="en-US" dirty="0"/>
              <a:t>			- Effective handling of multiple product versions.</a:t>
            </a:r>
          </a:p>
          <a:p>
            <a:r>
              <a:rPr lang="en-US" dirty="0"/>
              <a:t>			- Clear responsibilities for each branch.</a:t>
            </a:r>
          </a:p>
          <a:p>
            <a:r>
              <a:rPr lang="en-US" dirty="0"/>
              <a:t>			- Allows for easy navigation of production versions through tags.</a:t>
            </a:r>
          </a:p>
          <a:p>
            <a:endParaRPr lang="en-US" dirty="0"/>
          </a:p>
          <a:p>
            <a:r>
              <a:rPr lang="en-US" dirty="0"/>
              <a:t>		Cons:</a:t>
            </a:r>
          </a:p>
          <a:p>
            <a:r>
              <a:rPr lang="en-US" dirty="0"/>
              <a:t>			- Complexity due to numerous branches, potentially leading to merge conflicts.</a:t>
            </a:r>
          </a:p>
          <a:p>
            <a:r>
              <a:rPr lang="en-US" dirty="0"/>
              <a:t>			- Development and release frequency may be slower due to multi-step process.</a:t>
            </a:r>
          </a:p>
          <a:p>
            <a:r>
              <a:rPr lang="en-US" dirty="0"/>
              <a:t>			- Requires team consensus and commitment to adhere to the strategy.</a:t>
            </a:r>
          </a:p>
          <a:p>
            <a:r>
              <a:rPr lang="en-US" dirty="0"/>
              <a:t>					</a:t>
            </a:r>
          </a:p>
          <a:p>
            <a:r>
              <a:rPr lang="en-US" dirty="0"/>
              <a:t>	-- </a:t>
            </a:r>
            <a:r>
              <a:rPr lang="en-US" dirty="0" err="1"/>
              <a:t>Github</a:t>
            </a:r>
            <a:r>
              <a:rPr lang="en-US" dirty="0"/>
              <a:t> Flow</a:t>
            </a:r>
          </a:p>
          <a:p>
            <a:r>
              <a:rPr lang="en-US" dirty="0"/>
              <a:t>		Branches	</a:t>
            </a:r>
          </a:p>
          <a:p>
            <a:r>
              <a:rPr lang="en-US" dirty="0"/>
              <a:t>			- main  simplifies Git-Flow by eliminating release branches and have one active development branch (often main or master) that is directly deployed to production</a:t>
            </a:r>
          </a:p>
          <a:p>
            <a:r>
              <a:rPr lang="en-US" dirty="0"/>
              <a:t>			- feature for new exclusive feature</a:t>
            </a:r>
          </a:p>
          <a:p>
            <a:r>
              <a:rPr lang="en-US" dirty="0"/>
              <a:t>		Pros:</a:t>
            </a:r>
          </a:p>
          <a:p>
            <a:r>
              <a:rPr lang="en-US" dirty="0"/>
              <a:t>			- Faster feedback cycles and shorter production cycles.</a:t>
            </a:r>
          </a:p>
          <a:p>
            <a:r>
              <a:rPr lang="en-US" dirty="0"/>
              <a:t>			- Ideal for asynchronous work in smaller teams.</a:t>
            </a:r>
          </a:p>
          <a:p>
            <a:r>
              <a:rPr lang="en-US" dirty="0"/>
              <a:t>			- Agile and easier to comprehend compared to Git-Flow.</a:t>
            </a:r>
          </a:p>
          <a:p>
            <a:endParaRPr lang="en-US" dirty="0"/>
          </a:p>
          <a:p>
            <a:r>
              <a:rPr lang="en-US" dirty="0"/>
              <a:t>		Cons:</a:t>
            </a:r>
          </a:p>
          <a:p>
            <a:r>
              <a:rPr lang="en-US" dirty="0"/>
              <a:t>			- Merging a feature branch implies it is production-ready, potentially introducing bugs without proper testing and a robust CI/CD process.</a:t>
            </a:r>
          </a:p>
          <a:p>
            <a:r>
              <a:rPr lang="en-US" dirty="0"/>
              <a:t>			- Long-living branches can complicate the process.</a:t>
            </a:r>
          </a:p>
          <a:p>
            <a:r>
              <a:rPr lang="en-US" dirty="0"/>
              <a:t>			- Challenging to scale for larger teams due to increased merge conflicts.</a:t>
            </a:r>
          </a:p>
          <a:p>
            <a:r>
              <a:rPr lang="en-US" dirty="0"/>
              <a:t>			- Supporting multiple release versions concurrently is difficult.</a:t>
            </a:r>
          </a:p>
          <a:p>
            <a:r>
              <a:rPr lang="en-US" dirty="0"/>
              <a:t>		</a:t>
            </a:r>
          </a:p>
          <a:p>
            <a:r>
              <a:rPr lang="en-US" dirty="0"/>
              <a:t>	-- GitLab Flow</a:t>
            </a:r>
          </a:p>
          <a:p>
            <a:r>
              <a:rPr lang="en-US" dirty="0"/>
              <a:t>		GitLab-Flow strikes a balance between Git-Flow and GitHub-Flow. It adopts GitHub-Flow’s simplicity while introducing additional branches representing staging environments before production. The main branch still represents the production environment.</a:t>
            </a:r>
          </a:p>
          <a:p>
            <a:r>
              <a:rPr lang="en-US" dirty="0"/>
              <a:t>		Branches </a:t>
            </a:r>
          </a:p>
          <a:p>
            <a:r>
              <a:rPr lang="en-US" dirty="0"/>
              <a:t>			- main </a:t>
            </a:r>
          </a:p>
          <a:p>
            <a:r>
              <a:rPr lang="en-US" dirty="0"/>
              <a:t>			- feature </a:t>
            </a:r>
          </a:p>
          <a:p>
            <a:r>
              <a:rPr lang="en-US" dirty="0"/>
              <a:t>			- preprod</a:t>
            </a:r>
          </a:p>
          <a:p>
            <a:r>
              <a:rPr lang="en-US" dirty="0"/>
              <a:t>			- prod</a:t>
            </a:r>
          </a:p>
          <a:p>
            <a:r>
              <a:rPr lang="en-US" dirty="0"/>
              <a:t>	-- Trunk</a:t>
            </a:r>
          </a:p>
          <a:p>
            <a:r>
              <a:rPr lang="en-US" dirty="0"/>
              <a:t>		Trunk Based Development promotes a single shared branch called “trunk” and eliminates long-living branches. </a:t>
            </a:r>
          </a:p>
          <a:p>
            <a:r>
              <a:rPr lang="en-US" dirty="0"/>
              <a:t>		There are two variations based on team size: smaller teams commit directly to the trunk, while larger teams create short-lived feature branches.</a:t>
            </a:r>
          </a:p>
          <a:p>
            <a:r>
              <a:rPr lang="en-US" dirty="0"/>
              <a:t>		Frequent integration of smaller feature slices is encouraged to ensure regular merging.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EBA6F-7B3C-40A0-A697-58A80782371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660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EBA6F-7B3C-40A0-A697-58A80782371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224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EBA6F-7B3C-40A0-A697-58A80782371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549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73B12-DB90-FD00-BD1B-350708751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994E8D-2DB7-6143-93E7-8DF632C757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61FAD-842D-FB86-FAC8-B812F29D3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You use upstream to keep your fork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up‑to‑date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with the original project.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Because over time: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The original repo receives new commits: fixes, features, improvements.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Your fork becomes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outdated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Setting upstream allows you to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pull changes from the original project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into your fork easily.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469FBD-65BE-5FB7-13F7-B162BD7D8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EBA6F-7B3C-40A0-A697-58A80782371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258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B6CA6-9D3F-A704-E031-B3DB14352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0330C7-5364-CD01-89C6-E8FD817E15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C50FC5-46CC-41B2-D567-00C47E6D5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You use upstream to keep your fork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up‑to‑date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with the original project.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Because over time: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The original repo receives new commits: fixes, features, improvements.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Your fork becomes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outdated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Setting upstream allows you to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pull changes from the original project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into your fork easily.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43793-FBD1-33F9-F6A4-C4327ED5EB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EBA6F-7B3C-40A0-A697-58A80782371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556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EBA6F-7B3C-40A0-A697-58A80782371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738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nd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1139825" y="916353"/>
            <a:ext cx="7661275" cy="455247"/>
          </a:xfrm>
        </p:spPr>
        <p:txBody>
          <a:bodyPr/>
          <a:lstStyle>
            <a:lvl1pPr>
              <a:lnSpc>
                <a:spcPts val="1800"/>
              </a:lnSpc>
              <a:spcBef>
                <a:spcPts val="0"/>
              </a:spcBef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1139825" y="463549"/>
            <a:ext cx="7661275" cy="431801"/>
          </a:xfrm>
        </p:spPr>
        <p:txBody>
          <a:bodyPr>
            <a:normAutofit/>
          </a:bodyPr>
          <a:lstStyle>
            <a:lvl1pPr algn="l">
              <a:lnSpc>
                <a:spcPts val="2600"/>
              </a:lnSpc>
              <a:defRPr sz="2600" spc="4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371600"/>
            <a:ext cx="12188825" cy="54864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12274" y="254889"/>
            <a:ext cx="2876551" cy="1155192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9825" y="396875"/>
            <a:ext cx="8788401" cy="4984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9826" y="1536700"/>
            <a:ext cx="8788400" cy="4641850"/>
          </a:xfrm>
        </p:spPr>
        <p:txBody>
          <a:bodyPr/>
          <a:lstStyle>
            <a:lvl1pPr>
              <a:defRPr sz="2000" baseline="0"/>
            </a:lvl1pPr>
            <a:lvl2pPr>
              <a:defRPr sz="2000" baseline="0"/>
            </a:lvl2pPr>
            <a:lvl3pPr indent="-201168">
              <a:defRPr sz="2000" baseline="0"/>
            </a:lvl3pPr>
            <a:lvl4pPr indent="-228600">
              <a:defRPr sz="2000" baseline="0"/>
            </a:lvl4pPr>
            <a:lvl5pPr indent="-201168">
              <a:defRPr sz="2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1139825" y="822325"/>
            <a:ext cx="8788401" cy="4508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 with Bold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9826" y="396875"/>
            <a:ext cx="8788400" cy="4984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9826" y="1536700"/>
            <a:ext cx="8788400" cy="4641850"/>
          </a:xfrm>
        </p:spPr>
        <p:txBody>
          <a:bodyPr/>
          <a:lstStyle>
            <a:lvl1pPr>
              <a:defRPr sz="2000" b="1" baseline="0"/>
            </a:lvl1pPr>
            <a:lvl2pPr marL="0" indent="0">
              <a:buFontTx/>
              <a:buNone/>
              <a:defRPr sz="2000" baseline="0"/>
            </a:lvl2pPr>
            <a:lvl3pPr marL="320040" marR="0" indent="-2286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 typeface=".AppleSystemUIFont" charset="-120"/>
              <a:buChar char="–"/>
              <a:tabLst/>
              <a:defRPr sz="2000" baseline="0"/>
            </a:lvl3pPr>
            <a:lvl4pPr marL="640080" indent="-201168">
              <a:buFont typeface="Arial" charset="0"/>
              <a:buChar char="•"/>
              <a:defRPr sz="2000" baseline="0"/>
            </a:lvl4pPr>
            <a:lvl5pPr marL="969264" indent="-228600">
              <a:buFont typeface=".AppleSystemUIFont" charset="-120"/>
              <a:buChar char="–"/>
              <a:defRPr sz="2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1139825" y="822325"/>
            <a:ext cx="8788401" cy="4508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9826" y="396875"/>
            <a:ext cx="8788400" cy="4984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139825" y="1536700"/>
            <a:ext cx="4283075" cy="4641850"/>
          </a:xfrm>
        </p:spPr>
        <p:txBody>
          <a:bodyPr/>
          <a:lstStyle>
            <a:lvl1pPr>
              <a:defRPr sz="2000" b="0" baseline="0"/>
            </a:lvl1pPr>
            <a:lvl2pPr marL="320040" indent="-228600">
              <a:buFont typeface=".AppleSystemUIFont" charset="-120"/>
              <a:buChar char="–"/>
              <a:defRPr sz="2000" b="0" baseline="0"/>
            </a:lvl2pPr>
            <a:lvl3pPr marL="320040" indent="-201168">
              <a:buFont typeface=".AppleSystemUIFont" charset="-120"/>
              <a:buChar char="–"/>
              <a:defRPr sz="2000" baseline="0"/>
            </a:lvl3pPr>
            <a:lvl4pPr marL="640080" indent="-201168">
              <a:buFont typeface="Arial" charset="0"/>
              <a:buChar char="•"/>
              <a:defRPr sz="2000" baseline="0"/>
            </a:lvl4pPr>
            <a:lvl5pPr marL="969264" indent="-201168">
              <a:buFont typeface=".AppleSystemUIFont" charset="-120"/>
              <a:buChar char="–"/>
              <a:defRPr sz="2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5648325" y="1536700"/>
            <a:ext cx="4279900" cy="4641850"/>
          </a:xfrm>
        </p:spPr>
        <p:txBody>
          <a:bodyPr/>
          <a:lstStyle>
            <a:lvl1pPr>
              <a:defRPr sz="2000" b="0" baseline="0"/>
            </a:lvl1pPr>
            <a:lvl2pPr marL="320040" indent="-228600">
              <a:buFont typeface=".AppleSystemUIFont" charset="-120"/>
              <a:buChar char="–"/>
              <a:defRPr sz="2000" b="0" baseline="0"/>
            </a:lvl2pPr>
            <a:lvl3pPr marL="320040" indent="-201168">
              <a:buFont typeface=".AppleSystemUIFont" charset="-120"/>
              <a:buChar char="–"/>
              <a:defRPr sz="2000" baseline="0"/>
            </a:lvl3pPr>
            <a:lvl4pPr marL="640080" indent="-201168">
              <a:buFont typeface="Arial" charset="0"/>
              <a:buChar char="•"/>
              <a:defRPr sz="2000" baseline="0"/>
            </a:lvl4pPr>
            <a:lvl5pPr marL="969264" indent="-201168">
              <a:buFont typeface=".AppleSystemUIFont" charset="-120"/>
              <a:buChar char="–"/>
              <a:defRPr sz="2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1139825" y="822325"/>
            <a:ext cx="8788400" cy="4508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ith Bold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9825" y="396875"/>
            <a:ext cx="8788401" cy="4984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139825" y="1536700"/>
            <a:ext cx="4283075" cy="4641850"/>
          </a:xfrm>
        </p:spPr>
        <p:txBody>
          <a:bodyPr/>
          <a:lstStyle>
            <a:lvl1pPr>
              <a:defRPr sz="2000" b="1" baseline="0"/>
            </a:lvl1pPr>
            <a:lvl2pPr marL="0" indent="0">
              <a:buFontTx/>
              <a:buNone/>
              <a:defRPr sz="2000" baseline="0"/>
            </a:lvl2pPr>
            <a:lvl3pPr marL="320040" indent="-201168">
              <a:buFont typeface=".AppleSystemUIFont" charset="-120"/>
              <a:buChar char="–"/>
              <a:defRPr sz="2000" baseline="0"/>
            </a:lvl3pPr>
            <a:lvl4pPr marL="640080" indent="-201168">
              <a:defRPr sz="2000" baseline="0"/>
            </a:lvl4pPr>
            <a:lvl5pPr marL="960120" indent="-201168">
              <a:buFont typeface=".AppleSystemUIFont" charset="-120"/>
              <a:buChar char="–"/>
              <a:defRPr sz="2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0"/>
          </p:nvPr>
        </p:nvSpPr>
        <p:spPr>
          <a:xfrm>
            <a:off x="5648326" y="1536700"/>
            <a:ext cx="4279900" cy="4641850"/>
          </a:xfrm>
        </p:spPr>
        <p:txBody>
          <a:bodyPr/>
          <a:lstStyle>
            <a:lvl1pPr>
              <a:defRPr sz="2000" b="1" baseline="0"/>
            </a:lvl1pPr>
            <a:lvl2pPr marL="0" indent="0">
              <a:buFontTx/>
              <a:buNone/>
              <a:defRPr sz="2000" baseline="0"/>
            </a:lvl2pPr>
            <a:lvl3pPr marL="320040" indent="-201168">
              <a:buFont typeface=".AppleSystemUIFont" charset="-120"/>
              <a:buChar char="–"/>
              <a:defRPr sz="2000" baseline="0"/>
            </a:lvl3pPr>
            <a:lvl4pPr marL="640080" indent="-201168">
              <a:defRPr sz="2000" baseline="0"/>
            </a:lvl4pPr>
            <a:lvl5pPr marL="960120" indent="-201168">
              <a:buFont typeface=".AppleSystemUIFont" charset="-120"/>
              <a:buChar char="–"/>
              <a:defRPr sz="2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1139825" y="822325"/>
            <a:ext cx="8788401" cy="4508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9826" y="396875"/>
            <a:ext cx="8788400" cy="4984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1139825" y="822325"/>
            <a:ext cx="8788402" cy="4508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-1" y="1600200"/>
            <a:ext cx="12188825" cy="4800600"/>
          </a:xfrm>
          <a:solidFill>
            <a:schemeClr val="tx1">
              <a:lumMod val="65000"/>
              <a:lumOff val="35000"/>
            </a:schemeClr>
          </a:solidFill>
        </p:spPr>
        <p:txBody>
          <a:bodyPr anchor="ctr" anchorCtr="0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photo, video</a:t>
            </a:r>
            <a:br>
              <a:rPr lang="en-US"/>
            </a:br>
            <a:r>
              <a:rPr lang="en-US"/>
              <a:t>or other graphic here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1 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9825" y="396875"/>
            <a:ext cx="5407025" cy="4984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139825" y="1536700"/>
            <a:ext cx="5407025" cy="4641850"/>
          </a:xfrm>
        </p:spPr>
        <p:txBody>
          <a:bodyPr/>
          <a:lstStyle>
            <a:lvl1pPr>
              <a:defRPr sz="2000" b="1" baseline="0"/>
            </a:lvl1pPr>
            <a:lvl2pPr marL="0" indent="0">
              <a:buFontTx/>
              <a:buNone/>
              <a:defRPr sz="2000" baseline="0"/>
            </a:lvl2pPr>
            <a:lvl3pPr marL="320040" indent="-201168">
              <a:buFont typeface=".AppleSystemUIFont" charset="-120"/>
              <a:buChar char="–"/>
              <a:defRPr sz="2000" baseline="0"/>
            </a:lvl3pPr>
            <a:lvl4pPr marL="640080" indent="-201168">
              <a:defRPr sz="2000" baseline="0"/>
            </a:lvl4pPr>
            <a:lvl5pPr marL="960120" indent="-201168">
              <a:buFont typeface=".AppleSystemUIFont" charset="-120"/>
              <a:buChar char="–"/>
              <a:defRPr sz="2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1139825" y="822325"/>
            <a:ext cx="5407025" cy="4508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775450" y="0"/>
            <a:ext cx="5413374" cy="6400800"/>
          </a:xfrm>
          <a:solidFill>
            <a:schemeClr val="tx1">
              <a:lumMod val="65000"/>
              <a:lumOff val="35000"/>
            </a:schemeClr>
          </a:solidFill>
        </p:spPr>
        <p:txBody>
          <a:bodyPr anchor="ctr" anchorCtr="0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photo, video</a:t>
            </a:r>
            <a:br>
              <a:rPr lang="en-US"/>
            </a:br>
            <a:r>
              <a:rPr lang="en-US"/>
              <a:t>or other graphic here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1 Sma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9826" y="396875"/>
            <a:ext cx="8788400" cy="4984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139824" y="1536700"/>
            <a:ext cx="5407026" cy="4641850"/>
          </a:xfrm>
        </p:spPr>
        <p:txBody>
          <a:bodyPr/>
          <a:lstStyle>
            <a:lvl1pPr>
              <a:defRPr sz="2000" b="1" baseline="0"/>
            </a:lvl1pPr>
            <a:lvl2pPr marL="0" indent="0">
              <a:buFontTx/>
              <a:buNone/>
              <a:defRPr sz="2000" baseline="0"/>
            </a:lvl2pPr>
            <a:lvl3pPr marL="320040" indent="-201168">
              <a:buFont typeface=".AppleSystemUIFont" charset="-120"/>
              <a:buChar char="–"/>
              <a:defRPr sz="2000" baseline="0"/>
            </a:lvl3pPr>
            <a:lvl4pPr marL="640080" indent="-201168">
              <a:defRPr sz="2000" baseline="0"/>
            </a:lvl4pPr>
            <a:lvl5pPr marL="960120" indent="-201168">
              <a:buFont typeface=".AppleSystemUIFont" charset="-120"/>
              <a:buChar char="–"/>
              <a:defRPr sz="2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1139825" y="822325"/>
            <a:ext cx="8788401" cy="4508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775450" y="1600200"/>
            <a:ext cx="5413374" cy="2965450"/>
          </a:xfrm>
          <a:solidFill>
            <a:schemeClr val="tx1">
              <a:lumMod val="65000"/>
              <a:lumOff val="35000"/>
            </a:schemeClr>
          </a:solidFill>
        </p:spPr>
        <p:txBody>
          <a:bodyPr anchor="ctr" anchorCtr="0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photo, video</a:t>
            </a:r>
            <a:br>
              <a:rPr lang="en-US"/>
            </a:br>
            <a:r>
              <a:rPr lang="en-US"/>
              <a:t>or other graphic here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reme Horizonta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9826" y="396875"/>
            <a:ext cx="8788400" cy="4984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139826" y="1536700"/>
            <a:ext cx="8788400" cy="1441450"/>
          </a:xfrm>
        </p:spPr>
        <p:txBody>
          <a:bodyPr/>
          <a:lstStyle>
            <a:lvl1pPr>
              <a:defRPr sz="2000" b="0" baseline="0"/>
            </a:lvl1pPr>
            <a:lvl2pPr marL="320040" indent="-228600">
              <a:buFont typeface=".AppleSystemUIFont" charset="-120"/>
              <a:buChar char="–"/>
              <a:defRPr sz="2000" b="0" baseline="0"/>
            </a:lvl2pPr>
            <a:lvl3pPr marL="320040" indent="-201168">
              <a:buFont typeface=".AppleSystemUIFont" charset="-120"/>
              <a:buChar char="–"/>
              <a:defRPr sz="2000" baseline="0"/>
            </a:lvl3pPr>
            <a:lvl4pPr marL="640080" indent="-201168">
              <a:buFont typeface="Arial" charset="0"/>
              <a:buChar char="•"/>
              <a:defRPr sz="2000" baseline="0"/>
            </a:lvl4pPr>
            <a:lvl5pPr marL="969264" indent="-201168">
              <a:buFont typeface=".AppleSystemUIFont" charset="-120"/>
              <a:buChar char="–"/>
              <a:defRPr sz="200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1139825" y="822325"/>
            <a:ext cx="8788400" cy="4508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0" y="3206750"/>
            <a:ext cx="12188825" cy="3194050"/>
          </a:xfrm>
          <a:solidFill>
            <a:schemeClr val="tx1">
              <a:lumMod val="65000"/>
              <a:lumOff val="35000"/>
            </a:schemeClr>
          </a:solidFill>
        </p:spPr>
        <p:txBody>
          <a:bodyPr anchor="ctr" anchorCtr="0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photo, video</a:t>
            </a:r>
            <a:br>
              <a:rPr lang="en-US"/>
            </a:br>
            <a:r>
              <a:rPr lang="en-US"/>
              <a:t>or other graphic here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hotos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9826" y="396875"/>
            <a:ext cx="8788400" cy="4984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00200"/>
            <a:ext cx="4127500" cy="20971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vert="horz" anchor="ctr" anchorCtr="0"/>
          <a:lstStyle>
            <a:lvl1pPr algn="ctr">
              <a:defRPr sz="2399" b="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Photo Area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6" hasCustomPrompt="1"/>
          </p:nvPr>
        </p:nvSpPr>
        <p:spPr>
          <a:xfrm>
            <a:off x="4368800" y="1600200"/>
            <a:ext cx="3441700" cy="20971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vert="horz" anchor="ctr" anchorCtr="0"/>
          <a:lstStyle>
            <a:lvl1pPr algn="ctr">
              <a:defRPr sz="2399" b="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Photo Area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7" hasCustomPrompt="1"/>
          </p:nvPr>
        </p:nvSpPr>
        <p:spPr>
          <a:xfrm>
            <a:off x="8045450" y="1600200"/>
            <a:ext cx="4143375" cy="20971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vert="horz" anchor="ctr" anchorCtr="0"/>
          <a:lstStyle>
            <a:lvl1pPr algn="ctr">
              <a:defRPr sz="2399" b="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Photo Area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69925" y="4025590"/>
            <a:ext cx="3457575" cy="2152960"/>
          </a:xfrm>
        </p:spPr>
        <p:txBody>
          <a:bodyPr/>
          <a:lstStyle>
            <a:lvl1pPr>
              <a:defRPr sz="1800" b="0" baseline="0"/>
            </a:lvl1pPr>
            <a:lvl2pPr marL="0" indent="0">
              <a:buFontTx/>
              <a:buNone/>
              <a:defRPr sz="1800" b="0" baseline="0"/>
            </a:lvl2pPr>
            <a:lvl3pPr marL="320040" indent="-201168">
              <a:buFont typeface=".AppleSystemUIFont" charset="-120"/>
              <a:buChar char="–"/>
              <a:defRPr sz="2000" baseline="0"/>
            </a:lvl3pPr>
            <a:lvl4pPr marL="640080" indent="-201168">
              <a:defRPr sz="2000" baseline="0"/>
            </a:lvl4pPr>
            <a:lvl5pPr marL="960120" indent="-201168">
              <a:buFont typeface=".AppleSystemUIFont" charset="-120"/>
              <a:buChar char="–"/>
              <a:defRPr sz="2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8"/>
          </p:nvPr>
        </p:nvSpPr>
        <p:spPr>
          <a:xfrm>
            <a:off x="4368799" y="4025590"/>
            <a:ext cx="3457575" cy="2152960"/>
          </a:xfrm>
        </p:spPr>
        <p:txBody>
          <a:bodyPr/>
          <a:lstStyle>
            <a:lvl1pPr>
              <a:defRPr sz="1800" b="0" baseline="0"/>
            </a:lvl1pPr>
            <a:lvl2pPr marL="0" indent="0">
              <a:buFontTx/>
              <a:buNone/>
              <a:defRPr sz="1800" b="0" baseline="0"/>
            </a:lvl2pPr>
            <a:lvl3pPr marL="320040" indent="-201168">
              <a:buFont typeface=".AppleSystemUIFont" charset="-120"/>
              <a:buChar char="–"/>
              <a:defRPr sz="2000" baseline="0"/>
            </a:lvl3pPr>
            <a:lvl4pPr marL="640080" indent="-201168">
              <a:defRPr sz="2000" baseline="0"/>
            </a:lvl4pPr>
            <a:lvl5pPr marL="960120" indent="-201168">
              <a:buFont typeface=".AppleSystemUIFont" charset="-120"/>
              <a:buChar char="–"/>
              <a:defRPr sz="2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9"/>
          </p:nvPr>
        </p:nvSpPr>
        <p:spPr>
          <a:xfrm>
            <a:off x="8045450" y="4025590"/>
            <a:ext cx="3457575" cy="2152960"/>
          </a:xfrm>
        </p:spPr>
        <p:txBody>
          <a:bodyPr/>
          <a:lstStyle>
            <a:lvl1pPr>
              <a:defRPr sz="1800" b="0" baseline="0"/>
            </a:lvl1pPr>
            <a:lvl2pPr marL="0" indent="0">
              <a:buFontTx/>
              <a:buNone/>
              <a:defRPr sz="1800" b="0" baseline="0"/>
            </a:lvl2pPr>
            <a:lvl3pPr marL="320040" indent="-201168">
              <a:buFont typeface=".AppleSystemUIFont" charset="-120"/>
              <a:buChar char="–"/>
              <a:defRPr sz="2000" baseline="0"/>
            </a:lvl3pPr>
            <a:lvl4pPr marL="640080" indent="-201168">
              <a:defRPr sz="2000" baseline="0"/>
            </a:lvl4pPr>
            <a:lvl5pPr marL="960120" indent="-201168">
              <a:buFont typeface=".AppleSystemUIFont" charset="-120"/>
              <a:buChar char="–"/>
              <a:defRPr sz="2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20"/>
          </p:nvPr>
        </p:nvSpPr>
        <p:spPr>
          <a:xfrm>
            <a:off x="1139825" y="822325"/>
            <a:ext cx="8788400" cy="4508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9825" y="396875"/>
            <a:ext cx="5407025" cy="4984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139825" y="1536700"/>
            <a:ext cx="5407025" cy="4641850"/>
          </a:xfrm>
        </p:spPr>
        <p:txBody>
          <a:bodyPr/>
          <a:lstStyle>
            <a:lvl1pPr>
              <a:spcBef>
                <a:spcPts val="1200"/>
              </a:spcBef>
              <a:defRPr sz="2000" b="1" baseline="0"/>
            </a:lvl1pPr>
            <a:lvl2pPr marL="0" indent="0">
              <a:buFontTx/>
              <a:buNone/>
              <a:defRPr sz="2000" baseline="0"/>
            </a:lvl2pPr>
            <a:lvl3pPr marL="320040" indent="-201168">
              <a:buFont typeface=".AppleSystemUIFont" charset="-120"/>
              <a:buChar char="–"/>
              <a:defRPr sz="2000" baseline="0"/>
            </a:lvl3pPr>
            <a:lvl4pPr marL="640080" indent="-201168">
              <a:defRPr sz="2000" baseline="0"/>
            </a:lvl4pPr>
            <a:lvl5pPr marL="960120" indent="-201168">
              <a:buFont typeface=".AppleSystemUIFont" charset="-120"/>
              <a:buChar char="–"/>
              <a:defRPr sz="20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1139825" y="822324"/>
            <a:ext cx="5407025" cy="54927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775450" y="0"/>
            <a:ext cx="5413374" cy="2978150"/>
          </a:xfrm>
          <a:solidFill>
            <a:schemeClr val="tx1">
              <a:lumMod val="65000"/>
              <a:lumOff val="35000"/>
            </a:schemeClr>
          </a:solidFill>
        </p:spPr>
        <p:txBody>
          <a:bodyPr anchor="ctr" anchorCtr="0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photo, video</a:t>
            </a:r>
            <a:br>
              <a:rPr lang="en-US"/>
            </a:br>
            <a:r>
              <a:rPr lang="en-US"/>
              <a:t>or other graphic here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5" hasCustomPrompt="1"/>
          </p:nvPr>
        </p:nvSpPr>
        <p:spPr>
          <a:xfrm>
            <a:off x="6775451" y="3200400"/>
            <a:ext cx="5413374" cy="3200400"/>
          </a:xfrm>
          <a:solidFill>
            <a:schemeClr val="tx1">
              <a:lumMod val="65000"/>
              <a:lumOff val="35000"/>
            </a:schemeClr>
          </a:solidFill>
        </p:spPr>
        <p:txBody>
          <a:bodyPr anchor="ctr" anchorCtr="0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photo, video</a:t>
            </a:r>
            <a:br>
              <a:rPr lang="en-US"/>
            </a:br>
            <a:r>
              <a:rPr lang="en-US"/>
              <a:t>or other graphic here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9826" y="396875"/>
            <a:ext cx="8788400" cy="4984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1139825" y="822325"/>
            <a:ext cx="8788400" cy="4508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15" hasCustomPrompt="1"/>
          </p:nvPr>
        </p:nvSpPr>
        <p:spPr>
          <a:xfrm>
            <a:off x="6775451" y="1600200"/>
            <a:ext cx="5413374" cy="4800600"/>
          </a:xfrm>
          <a:solidFill>
            <a:schemeClr val="tx1">
              <a:lumMod val="65000"/>
              <a:lumOff val="35000"/>
            </a:schemeClr>
          </a:solidFill>
        </p:spPr>
        <p:txBody>
          <a:bodyPr anchor="ctr" anchorCtr="0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photo, video</a:t>
            </a:r>
            <a:br>
              <a:rPr lang="en-US"/>
            </a:br>
            <a:r>
              <a:rPr lang="en-US"/>
              <a:t>or other graphic here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0" y="1600200"/>
            <a:ext cx="6546850" cy="4800600"/>
          </a:xfrm>
          <a:solidFill>
            <a:schemeClr val="tx1">
              <a:lumMod val="65000"/>
              <a:lumOff val="35000"/>
            </a:schemeClr>
          </a:solidFill>
        </p:spPr>
        <p:txBody>
          <a:bodyPr anchor="ctr" anchorCtr="0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photo, video</a:t>
            </a:r>
            <a:br>
              <a:rPr lang="en-US"/>
            </a:br>
            <a:r>
              <a:rPr lang="en-US"/>
              <a:t>or other graphic here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9826" y="396875"/>
            <a:ext cx="8788400" cy="4984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1139825" y="822325"/>
            <a:ext cx="8788400" cy="4508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-1" y="1600200"/>
            <a:ext cx="7673975" cy="4800600"/>
          </a:xfrm>
          <a:solidFill>
            <a:schemeClr val="tx1">
              <a:lumMod val="65000"/>
              <a:lumOff val="35000"/>
            </a:schemeClr>
          </a:solidFill>
        </p:spPr>
        <p:txBody>
          <a:bodyPr anchor="ctr" anchorCtr="0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photo, video</a:t>
            </a:r>
            <a:br>
              <a:rPr lang="en-US"/>
            </a:br>
            <a:r>
              <a:rPr lang="en-US"/>
              <a:t>or other graphic here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7902576" y="1600200"/>
            <a:ext cx="4286248" cy="2032000"/>
          </a:xfrm>
          <a:solidFill>
            <a:schemeClr val="tx1">
              <a:lumMod val="65000"/>
              <a:lumOff val="35000"/>
            </a:schemeClr>
          </a:solidFill>
        </p:spPr>
        <p:txBody>
          <a:bodyPr anchor="ctr" anchorCtr="0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photo, video</a:t>
            </a:r>
            <a:br>
              <a:rPr lang="en-US"/>
            </a:br>
            <a:r>
              <a:rPr lang="en-US"/>
              <a:t>or other graphic here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 hasCustomPrompt="1"/>
          </p:nvPr>
        </p:nvSpPr>
        <p:spPr>
          <a:xfrm>
            <a:off x="7902575" y="3860800"/>
            <a:ext cx="4286249" cy="2540000"/>
          </a:xfrm>
          <a:solidFill>
            <a:schemeClr val="tx1">
              <a:lumMod val="65000"/>
              <a:lumOff val="35000"/>
            </a:schemeClr>
          </a:solidFill>
        </p:spPr>
        <p:txBody>
          <a:bodyPr anchor="ctr" anchorCtr="0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photo, video</a:t>
            </a:r>
            <a:br>
              <a:rPr lang="en-US"/>
            </a:br>
            <a:r>
              <a:rPr lang="en-US"/>
              <a:t>or other graphic here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9826" y="396875"/>
            <a:ext cx="8788400" cy="4984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1139825" y="822325"/>
            <a:ext cx="8788400" cy="4508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8" hasCustomPrompt="1"/>
          </p:nvPr>
        </p:nvSpPr>
        <p:spPr>
          <a:xfrm>
            <a:off x="1139825" y="1606551"/>
            <a:ext cx="9915524" cy="4571999"/>
          </a:xfrm>
          <a:solidFill>
            <a:schemeClr val="tx1">
              <a:lumMod val="65000"/>
              <a:lumOff val="35000"/>
            </a:schemeClr>
          </a:solidFill>
        </p:spPr>
        <p:txBody>
          <a:bodyPr anchor="ctr" anchorCtr="1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photo, video</a:t>
            </a:r>
            <a:br>
              <a:rPr lang="en-US"/>
            </a:br>
            <a:r>
              <a:rPr lang="en-US"/>
              <a:t>or other graphic here.</a:t>
            </a:r>
          </a:p>
          <a:p>
            <a:endParaRPr lang="en-US"/>
          </a:p>
          <a:p>
            <a:r>
              <a:rPr lang="en-US"/>
              <a:t>Tips: Charts should not fill the slide.</a:t>
            </a:r>
          </a:p>
          <a:p>
            <a:r>
              <a:rPr lang="en-US"/>
              <a:t>Leave space around charts to make them</a:t>
            </a:r>
            <a:br>
              <a:rPr lang="en-US"/>
            </a:br>
            <a:r>
              <a:rPr lang="en-US"/>
              <a:t>more comfortable to read.</a:t>
            </a:r>
          </a:p>
          <a:p>
            <a:r>
              <a:rPr lang="en-US"/>
              <a:t>Don’t extend charts beyond this box. 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9826" y="396875"/>
            <a:ext cx="8788400" cy="4984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1139825" y="822325"/>
            <a:ext cx="8788400" cy="4508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1139825" y="1606550"/>
            <a:ext cx="8788400" cy="1470025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400" b="0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39825" y="3121025"/>
            <a:ext cx="8788400" cy="1685925"/>
          </a:xfrm>
        </p:spPr>
        <p:txBody>
          <a:bodyPr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and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88824" cy="6858000"/>
          </a:xfrm>
          <a:prstGeom prst="rect">
            <a:avLst/>
          </a:prstGeom>
        </p:spPr>
      </p:pic>
      <p:sp>
        <p:nvSpPr>
          <p:cNvPr id="5" name="Content Placeholder 20"/>
          <p:cNvSpPr>
            <a:spLocks noGrp="1"/>
          </p:cNvSpPr>
          <p:nvPr>
            <p:ph sz="quarter" idx="12" hasCustomPrompt="1"/>
          </p:nvPr>
        </p:nvSpPr>
        <p:spPr>
          <a:xfrm>
            <a:off x="908050" y="-1"/>
            <a:ext cx="3616323" cy="6857549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vert="horz"/>
          <a:lstStyle/>
          <a:p>
            <a:pPr lvl="0"/>
            <a:r>
              <a:rPr lang="en-US"/>
              <a:t>   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1139825" y="638175"/>
            <a:ext cx="3152775" cy="396875"/>
          </a:xfr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defRPr sz="2000" b="0" cap="none">
                <a:solidFill>
                  <a:schemeClr val="accent1"/>
                </a:solidFill>
              </a:defRPr>
            </a:lvl1pPr>
          </a:lstStyle>
          <a:p>
            <a:r>
              <a:rPr lang="en-US"/>
              <a:t>JUMP HEAD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39825" y="3133725"/>
            <a:ext cx="3152775" cy="3044825"/>
          </a:xfrm>
        </p:spPr>
        <p:txBody>
          <a:bodyPr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1"/>
          <p:cNvSpPr txBox="1">
            <a:spLocks/>
          </p:cNvSpPr>
          <p:nvPr userDrawn="1"/>
        </p:nvSpPr>
        <p:spPr bwMode="auto">
          <a:xfrm>
            <a:off x="1139825" y="1504950"/>
            <a:ext cx="3152775" cy="147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algn="l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000" b="0" i="0" cap="none" spc="40" baseline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67C2B"/>
                </a:solidFill>
                <a:latin typeface="Verdana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67C2B"/>
                </a:solidFill>
                <a:latin typeface="Verdana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67C2B"/>
                </a:solidFill>
                <a:latin typeface="Verdana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67C2B"/>
                </a:solidFill>
                <a:latin typeface="Verdana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67C2B"/>
                </a:solidFill>
                <a:latin typeface="Verdana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67C2B"/>
                </a:solidFill>
                <a:latin typeface="Verdana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67C2B"/>
                </a:solidFill>
                <a:latin typeface="Verdana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67C2B"/>
                </a:solidFill>
                <a:latin typeface="Verdana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3200" kern="0">
                <a:solidFill>
                  <a:schemeClr val="accent1"/>
                </a:solidFill>
              </a:rPr>
              <a:t>An option for divider slides</a:t>
            </a:r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_Green and Yello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12189" y="2266638"/>
            <a:ext cx="6178296" cy="1898904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39825" y="396875"/>
            <a:ext cx="9915525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39825" y="1543050"/>
            <a:ext cx="9915525" cy="463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0" y="6400800"/>
            <a:ext cx="12188825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err="1">
              <a:latin typeface="Verdana"/>
              <a:cs typeface="Verdana"/>
            </a:endParaRPr>
          </a:p>
        </p:txBody>
      </p:sp>
      <p:sp>
        <p:nvSpPr>
          <p:cNvPr id="15" name="Footer Placeholder 4"/>
          <p:cNvSpPr txBox="1">
            <a:spLocks/>
          </p:cNvSpPr>
          <p:nvPr userDrawn="1"/>
        </p:nvSpPr>
        <p:spPr>
          <a:xfrm>
            <a:off x="1487978" y="6477000"/>
            <a:ext cx="5557348" cy="27622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kern="400" spc="50" baseline="0">
                <a:solidFill>
                  <a:srgbClr val="666666"/>
                </a:solidFill>
              </a:defRPr>
            </a:lvl1pPr>
          </a:lstStyle>
          <a:p>
            <a:pPr marL="0" marR="0" lvl="0" indent="0" algn="l" defTabSz="4572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400" cap="none" spc="51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John Deere | Document Title | Date</a:t>
            </a:r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1139825" y="6477000"/>
            <a:ext cx="348153" cy="27622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kern="400" spc="50" baseline="0">
                <a:solidFill>
                  <a:srgbClr val="666666"/>
                </a:solidFill>
              </a:defRPr>
            </a:lvl1pPr>
          </a:lstStyle>
          <a:p>
            <a:pPr marL="0" marR="0" lvl="0" indent="0" algn="l" defTabSz="4572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4AB324-2015-404C-B61B-562C7B72081B}" type="slidenum">
              <a:rPr kumimoji="0" lang="en-US" sz="1000" b="0" i="0" u="none" strike="noStrike" kern="400" cap="none" spc="51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45720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400" cap="none" spc="51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0BEA07-7AD4-00E6-B0E2-2D9145A6730E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479213" y="6705600"/>
            <a:ext cx="73818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Company Use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659" r:id="rId2"/>
    <p:sldLayoutId id="2147483723" r:id="rId3"/>
    <p:sldLayoutId id="2147483709" r:id="rId4"/>
    <p:sldLayoutId id="2147483661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1" r:id="rId16"/>
    <p:sldLayoutId id="2147483698" r:id="rId17"/>
    <p:sldLayoutId id="2147483720" r:id="rId18"/>
    <p:sldLayoutId id="2147483724" r:id="rId19"/>
  </p:sldLayoutIdLst>
  <p:transition spd="slow">
    <p:randomBar dir="vert"/>
  </p:transition>
  <p:hf hdr="0" dt="0"/>
  <p:txStyles>
    <p:titleStyle>
      <a:lvl1pPr algn="l" rtl="0" eaLnBrk="1" fontAlgn="base" hangingPunct="1">
        <a:lnSpc>
          <a:spcPts val="3200"/>
        </a:lnSpc>
        <a:spcBef>
          <a:spcPct val="0"/>
        </a:spcBef>
        <a:spcAft>
          <a:spcPct val="0"/>
        </a:spcAft>
        <a:defRPr sz="2600" b="1" i="0" spc="40" baseline="0">
          <a:solidFill>
            <a:schemeClr val="accent1"/>
          </a:solidFill>
          <a:latin typeface="Arial" charset="0"/>
          <a:ea typeface="Arial" charset="0"/>
          <a:cs typeface="Arial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367C2B"/>
          </a:solidFill>
          <a:latin typeface="Verdana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367C2B"/>
          </a:solidFill>
          <a:latin typeface="Verdana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367C2B"/>
          </a:solidFill>
          <a:latin typeface="Verdana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367C2B"/>
          </a:solidFill>
          <a:latin typeface="Verdana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367C2B"/>
          </a:solidFill>
          <a:latin typeface="Verdana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367C2B"/>
          </a:solidFill>
          <a:latin typeface="Verdana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367C2B"/>
          </a:solidFill>
          <a:latin typeface="Verdana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367C2B"/>
          </a:solidFill>
          <a:latin typeface="Verdana" pitchFamily="34" charset="0"/>
        </a:defRPr>
      </a:lvl9pPr>
    </p:titleStyle>
    <p:bodyStyle>
      <a:lvl1pPr algn="l" rtl="0" eaLnBrk="1" fontAlgn="base" hangingPunct="1">
        <a:lnSpc>
          <a:spcPct val="110000"/>
        </a:lnSpc>
        <a:spcBef>
          <a:spcPct val="0"/>
        </a:spcBef>
        <a:spcAft>
          <a:spcPts val="900"/>
        </a:spcAft>
        <a:buSzPct val="85000"/>
        <a:defRPr sz="2000" b="0" i="0" spc="4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341313" indent="-227013" algn="l" rtl="0" eaLnBrk="1" fontAlgn="base" hangingPunct="1">
        <a:lnSpc>
          <a:spcPct val="110000"/>
        </a:lnSpc>
        <a:spcBef>
          <a:spcPct val="0"/>
        </a:spcBef>
        <a:spcAft>
          <a:spcPts val="900"/>
        </a:spcAft>
        <a:buFont typeface="Verdana" pitchFamily="34" charset="0"/>
        <a:buChar char="–"/>
        <a:defRPr sz="2000" b="0" i="0" spc="4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682625" indent="-227013" algn="l" rtl="0" eaLnBrk="1" fontAlgn="base" hangingPunct="1">
        <a:lnSpc>
          <a:spcPct val="110000"/>
        </a:lnSpc>
        <a:spcBef>
          <a:spcPct val="0"/>
        </a:spcBef>
        <a:spcAft>
          <a:spcPts val="900"/>
        </a:spcAft>
        <a:buFont typeface="Arial" pitchFamily="34" charset="0"/>
        <a:buChar char="•"/>
        <a:defRPr sz="2000" b="0" i="0" spc="4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968375" indent="-171450" algn="l" rtl="0" eaLnBrk="1" fontAlgn="base" hangingPunct="1">
        <a:lnSpc>
          <a:spcPct val="110000"/>
        </a:lnSpc>
        <a:spcBef>
          <a:spcPct val="0"/>
        </a:spcBef>
        <a:spcAft>
          <a:spcPts val="900"/>
        </a:spcAft>
        <a:buFont typeface="Verdana" pitchFamily="34" charset="0"/>
        <a:buChar char="–"/>
        <a:defRPr sz="2000" b="0" i="0" spc="4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1254125" indent="-171450" algn="l" rtl="0" eaLnBrk="1" fontAlgn="base" hangingPunct="1">
        <a:lnSpc>
          <a:spcPct val="110000"/>
        </a:lnSpc>
        <a:spcBef>
          <a:spcPct val="0"/>
        </a:spcBef>
        <a:spcAft>
          <a:spcPts val="900"/>
        </a:spcAft>
        <a:buFont typeface="Arial" pitchFamily="34" charset="0"/>
        <a:buChar char="•"/>
        <a:defRPr sz="2000" b="0" i="0" spc="4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1711325" indent="-171450" algn="l" rtl="0" eaLnBrk="1" fontAlgn="base" hangingPunct="1">
        <a:spcBef>
          <a:spcPct val="0"/>
        </a:spcBef>
        <a:spcAft>
          <a:spcPct val="30000"/>
        </a:spcAft>
        <a:buFont typeface="Verdana" pitchFamily="34" charset="0"/>
        <a:buChar char="–"/>
        <a:defRPr sz="1400">
          <a:solidFill>
            <a:schemeClr val="tx1"/>
          </a:solidFill>
          <a:latin typeface="+mn-lt"/>
        </a:defRPr>
      </a:lvl6pPr>
      <a:lvl7pPr marL="2168525" indent="-171450" algn="l" rtl="0" eaLnBrk="1" fontAlgn="base" hangingPunct="1">
        <a:spcBef>
          <a:spcPct val="0"/>
        </a:spcBef>
        <a:spcAft>
          <a:spcPct val="30000"/>
        </a:spcAft>
        <a:buFont typeface="Verdana" pitchFamily="34" charset="0"/>
        <a:buChar char="–"/>
        <a:defRPr sz="1400">
          <a:solidFill>
            <a:schemeClr val="tx1"/>
          </a:solidFill>
          <a:latin typeface="+mn-lt"/>
        </a:defRPr>
      </a:lvl7pPr>
      <a:lvl8pPr marL="2625725" indent="-171450" algn="l" rtl="0" eaLnBrk="1" fontAlgn="base" hangingPunct="1">
        <a:spcBef>
          <a:spcPct val="0"/>
        </a:spcBef>
        <a:spcAft>
          <a:spcPct val="30000"/>
        </a:spcAft>
        <a:buFont typeface="Verdana" pitchFamily="34" charset="0"/>
        <a:buChar char="–"/>
        <a:defRPr sz="1400">
          <a:solidFill>
            <a:schemeClr val="tx1"/>
          </a:solidFill>
          <a:latin typeface="+mn-lt"/>
        </a:defRPr>
      </a:lvl8pPr>
      <a:lvl9pPr marL="3082925" indent="-171450" algn="l" rtl="0" eaLnBrk="1" fontAlgn="base" hangingPunct="1">
        <a:spcBef>
          <a:spcPct val="0"/>
        </a:spcBef>
        <a:spcAft>
          <a:spcPct val="30000"/>
        </a:spcAft>
        <a:buFont typeface="Verdana" pitchFamily="34" charset="0"/>
        <a:buChar char="–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20" userDrawn="1">
          <p15:clr>
            <a:srgbClr val="F26B43"/>
          </p15:clr>
        </p15:guide>
        <p15:guide id="2" pos="718" userDrawn="1">
          <p15:clr>
            <a:srgbClr val="F26B43"/>
          </p15:clr>
        </p15:guide>
        <p15:guide id="3" pos="1284" userDrawn="1">
          <p15:clr>
            <a:srgbClr val="F26B43"/>
          </p15:clr>
        </p15:guide>
        <p15:guide id="4" pos="1430" userDrawn="1">
          <p15:clr>
            <a:srgbClr val="F26B43"/>
          </p15:clr>
        </p15:guide>
        <p15:guide id="5" pos="1994" userDrawn="1">
          <p15:clr>
            <a:srgbClr val="F26B43"/>
          </p15:clr>
        </p15:guide>
        <p15:guide id="6" pos="2140" userDrawn="1">
          <p15:clr>
            <a:srgbClr val="F26B43"/>
          </p15:clr>
        </p15:guide>
        <p15:guide id="7" pos="2704" userDrawn="1">
          <p15:clr>
            <a:srgbClr val="F26B43"/>
          </p15:clr>
        </p15:guide>
        <p15:guide id="8" pos="3416" userDrawn="1">
          <p15:clr>
            <a:srgbClr val="F26B43"/>
          </p15:clr>
        </p15:guide>
        <p15:guide id="9" pos="3558" userDrawn="1">
          <p15:clr>
            <a:srgbClr val="F26B43"/>
          </p15:clr>
        </p15:guide>
        <p15:guide id="10" pos="2850" userDrawn="1">
          <p15:clr>
            <a:srgbClr val="F26B43"/>
          </p15:clr>
        </p15:guide>
        <p15:guide id="11" pos="4124" userDrawn="1">
          <p15:clr>
            <a:srgbClr val="F26B43"/>
          </p15:clr>
        </p15:guide>
        <p15:guide id="12" pos="4268" userDrawn="1">
          <p15:clr>
            <a:srgbClr val="F26B43"/>
          </p15:clr>
        </p15:guide>
        <p15:guide id="13" pos="4834" userDrawn="1">
          <p15:clr>
            <a:srgbClr val="F26B43"/>
          </p15:clr>
        </p15:guide>
        <p15:guide id="14" pos="4978" userDrawn="1">
          <p15:clr>
            <a:srgbClr val="F26B43"/>
          </p15:clr>
        </p15:guide>
        <p15:guide id="15" pos="5544" userDrawn="1">
          <p15:clr>
            <a:srgbClr val="F26B43"/>
          </p15:clr>
        </p15:guide>
        <p15:guide id="16" pos="5688" userDrawn="1">
          <p15:clr>
            <a:srgbClr val="F26B43"/>
          </p15:clr>
        </p15:guide>
        <p15:guide id="17" pos="6254" userDrawn="1">
          <p15:clr>
            <a:srgbClr val="F26B43"/>
          </p15:clr>
        </p15:guide>
        <p15:guide id="18" pos="6398" userDrawn="1">
          <p15:clr>
            <a:srgbClr val="F26B43"/>
          </p15:clr>
        </p15:guide>
        <p15:guide id="19" pos="7678" userDrawn="1">
          <p15:clr>
            <a:srgbClr val="F26B43"/>
          </p15:clr>
        </p15:guide>
        <p15:guide id="20" orient="horz" pos="1876" userDrawn="1">
          <p15:clr>
            <a:srgbClr val="F26B43"/>
          </p15:clr>
        </p15:guide>
        <p15:guide id="21" orient="horz" pos="1012" userDrawn="1">
          <p15:clr>
            <a:srgbClr val="F26B43"/>
          </p15:clr>
        </p15:guide>
        <p15:guide id="22" orient="horz" pos="864" userDrawn="1">
          <p15:clr>
            <a:srgbClr val="F26B43"/>
          </p15:clr>
        </p15:guide>
        <p15:guide id="23" orient="horz" pos="692" userDrawn="1">
          <p15:clr>
            <a:srgbClr val="F26B43"/>
          </p15:clr>
        </p15:guide>
        <p15:guide id="24" orient="horz" pos="564" userDrawn="1">
          <p15:clr>
            <a:srgbClr val="F26B43"/>
          </p15:clr>
        </p15:guide>
        <p15:guide id="25" orient="horz" pos="442" userDrawn="1">
          <p15:clr>
            <a:srgbClr val="F26B43"/>
          </p15:clr>
        </p15:guide>
        <p15:guide id="26" orient="horz" pos="292" userDrawn="1">
          <p15:clr>
            <a:srgbClr val="F26B43"/>
          </p15:clr>
        </p15:guide>
        <p15:guide id="27" orient="horz" pos="2884" userDrawn="1">
          <p15:clr>
            <a:srgbClr val="F26B43"/>
          </p15:clr>
        </p15:guide>
        <p15:guide id="28" orient="horz" pos="3028" userDrawn="1">
          <p15:clr>
            <a:srgbClr val="F26B43"/>
          </p15:clr>
        </p15:guide>
        <p15:guide id="29" orient="horz" pos="3892" userDrawn="1">
          <p15:clr>
            <a:srgbClr val="F26B43"/>
          </p15:clr>
        </p15:guide>
        <p15:guide id="30" orient="horz" pos="4262" userDrawn="1">
          <p15:clr>
            <a:srgbClr val="F26B43"/>
          </p15:clr>
        </p15:guide>
        <p15:guide id="31" orient="horz" pos="4030" userDrawn="1">
          <p15:clr>
            <a:srgbClr val="F26B43"/>
          </p15:clr>
        </p15:guide>
        <p15:guide id="32" orient="horz" pos="4086" userDrawn="1">
          <p15:clr>
            <a:srgbClr val="F26B43"/>
          </p15:clr>
        </p15:guide>
        <p15:guide id="33" pos="69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drin.info/gitgithub-how-to-contribute-to-an-open-source-project-on-github.htm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13" Type="http://schemas.openxmlformats.org/officeDocument/2006/relationships/diagramData" Target="../diagrams/data4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17" Type="http://schemas.microsoft.com/office/2007/relationships/diagramDrawing" Target="../diagrams/drawing4.xml"/><Relationship Id="rId2" Type="http://schemas.openxmlformats.org/officeDocument/2006/relationships/notesSlide" Target="../notesSlides/notesSlide2.xml"/><Relationship Id="rId16" Type="http://schemas.openxmlformats.org/officeDocument/2006/relationships/diagramColors" Target="../diagrams/colors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5" Type="http://schemas.openxmlformats.org/officeDocument/2006/relationships/diagramQuickStyle" Target="../diagrams/quickStyle4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Relationship Id="rId14" Type="http://schemas.openxmlformats.org/officeDocument/2006/relationships/diagramLayout" Target="../diagrams/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microsoft.com/office/2007/relationships/diagramDrawing" Target="../diagrams/drawing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6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epositphotos.com/20132409/stock-photo-question-mark-from-green-leaves.html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139826" y="396875"/>
            <a:ext cx="8788400" cy="498475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Branching strategy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0300996" y="6108191"/>
            <a:ext cx="1474690" cy="188061"/>
          </a:xfrm>
        </p:spPr>
        <p:txBody>
          <a:bodyPr wrap="square" anchor="t">
            <a:normAutofit/>
          </a:bodyPr>
          <a:lstStyle/>
          <a:p>
            <a:pPr algn="r"/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Shishu</a:t>
            </a:r>
          </a:p>
        </p:txBody>
      </p:sp>
      <p:pic>
        <p:nvPicPr>
          <p:cNvPr id="3" name="Picture 2" descr="A couple of logos with text&#10;&#10;Description automatically generated with medium confidence">
            <a:extLst>
              <a:ext uri="{FF2B5EF4-FFF2-40B4-BE49-F238E27FC236}">
                <a16:creationId xmlns:a16="http://schemas.microsoft.com/office/drawing/2014/main" id="{6E7FA779-3E26-16DF-E1DE-8CB27A8E7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629008" y="1344168"/>
            <a:ext cx="5671988" cy="31904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35722260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9826" y="708160"/>
            <a:ext cx="8788400" cy="498475"/>
          </a:xfr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b="1" i="0" spc="40" baseline="0" dirty="0">
                <a:latin typeface="Arial" charset="0"/>
                <a:ea typeface="Arial" charset="0"/>
                <a:cs typeface="Arial" charset="0"/>
              </a:rPr>
              <a:t>Agenda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C5AAECA-469A-E2FB-BF5C-F1F3D8BEFA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9878054"/>
              </p:ext>
            </p:extLst>
          </p:nvPr>
        </p:nvGraphicFramePr>
        <p:xfrm>
          <a:off x="2031471" y="1344168"/>
          <a:ext cx="7286265" cy="47934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5090413"/>
      </p:ext>
    </p:extLst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881D025-82B0-8295-FD64-DB889D1DB5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1354532"/>
              </p:ext>
            </p:extLst>
          </p:nvPr>
        </p:nvGraphicFramePr>
        <p:xfrm>
          <a:off x="321543" y="914400"/>
          <a:ext cx="4716801" cy="23977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F705756-60F1-EEB8-34D2-1612170E66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65499"/>
              </p:ext>
            </p:extLst>
          </p:nvPr>
        </p:nvGraphicFramePr>
        <p:xfrm>
          <a:off x="3339063" y="2287503"/>
          <a:ext cx="4104153" cy="20492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97286A6-CA9D-0ED8-C655-BE58210C1F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565570"/>
              </p:ext>
            </p:extLst>
          </p:nvPr>
        </p:nvGraphicFramePr>
        <p:xfrm>
          <a:off x="6179799" y="3599688"/>
          <a:ext cx="4716801" cy="23977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10" name="Title 1">
            <a:extLst>
              <a:ext uri="{FF2B5EF4-FFF2-40B4-BE49-F238E27FC236}">
                <a16:creationId xmlns:a16="http://schemas.microsoft.com/office/drawing/2014/main" id="{1CBA03F1-D91F-F6F3-F6FA-DB5879FDB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826" y="708160"/>
            <a:ext cx="8788400" cy="498475"/>
          </a:xfr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dirty="0"/>
              <a:t>Who &amp; why we need it?</a:t>
            </a:r>
            <a:endParaRPr lang="en-US" b="1" i="0" spc="40" baseline="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266461"/>
      </p:ext>
    </p:extLst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CBA03F1-D91F-F6F3-F6FA-DB5879FDB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826" y="708160"/>
            <a:ext cx="8788400" cy="498475"/>
          </a:xfr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dirty="0"/>
              <a:t>How and where </a:t>
            </a:r>
            <a:r>
              <a:rPr lang="en-US" b="1" i="0" spc="40" baseline="0" dirty="0">
                <a:latin typeface="Arial" charset="0"/>
                <a:ea typeface="Arial" charset="0"/>
                <a:cs typeface="Arial" charset="0"/>
              </a:rPr>
              <a:t>to implement it?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771061E-BF40-F7FE-D2F4-B1BA702490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1565564"/>
              </p:ext>
            </p:extLst>
          </p:nvPr>
        </p:nvGraphicFramePr>
        <p:xfrm>
          <a:off x="714735" y="813816"/>
          <a:ext cx="2375937" cy="5230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440AF20-9AF0-8CD6-C2B2-23C1064983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459129"/>
              </p:ext>
            </p:extLst>
          </p:nvPr>
        </p:nvGraphicFramePr>
        <p:xfrm>
          <a:off x="3805407" y="1810512"/>
          <a:ext cx="5795793" cy="27817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786627431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BAF6129-6583-1CAC-685F-7F5F67C51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826" y="708160"/>
            <a:ext cx="8788400" cy="498475"/>
          </a:xfr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b="1" i="0" spc="40" baseline="0" dirty="0">
                <a:latin typeface="Arial" charset="0"/>
                <a:ea typeface="Arial" charset="0"/>
                <a:cs typeface="Arial" charset="0"/>
              </a:rPr>
              <a:t>Comparison</a:t>
            </a:r>
          </a:p>
        </p:txBody>
      </p:sp>
      <p:pic>
        <p:nvPicPr>
          <p:cNvPr id="13" name="Picture 12" descr="A diagram of a computer program&#10;&#10;Description automatically generated">
            <a:extLst>
              <a:ext uri="{FF2B5EF4-FFF2-40B4-BE49-F238E27FC236}">
                <a16:creationId xmlns:a16="http://schemas.microsoft.com/office/drawing/2014/main" id="{B86CBA7F-3BA3-1BFD-ECCD-A07EF520AF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51" y="1206635"/>
            <a:ext cx="5458969" cy="46912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7" name="Picture 16" descr="A diagram of a diagram&#10;&#10;Description automatically generated">
            <a:extLst>
              <a:ext uri="{FF2B5EF4-FFF2-40B4-BE49-F238E27FC236}">
                <a16:creationId xmlns:a16="http://schemas.microsoft.com/office/drawing/2014/main" id="{17AB5C46-573C-9A52-1016-C9B5C217F2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0" y="1133856"/>
            <a:ext cx="4443983" cy="47640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13495170"/>
      </p:ext>
    </p:extLst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9826" y="708160"/>
            <a:ext cx="8788400" cy="498475"/>
          </a:xfr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dirty="0"/>
              <a:t>Let’s decide for us</a:t>
            </a:r>
            <a:endParaRPr lang="en-US" b="1" i="0" spc="40" baseline="0" dirty="0">
              <a:latin typeface="Arial" charset="0"/>
              <a:ea typeface="Arial" charset="0"/>
              <a:cs typeface="Arial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C5AAECA-469A-E2FB-BF5C-F1F3D8BEFA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3277876"/>
              </p:ext>
            </p:extLst>
          </p:nvPr>
        </p:nvGraphicFramePr>
        <p:xfrm>
          <a:off x="4050792" y="466344"/>
          <a:ext cx="5266944" cy="5671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35063542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6A387-1B0B-C06A-1048-41531B9F8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2E64E-8E03-2BF2-0E90-53360C9BC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826" y="396875"/>
            <a:ext cx="8788400" cy="498475"/>
          </a:xfr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dirty="0"/>
              <a:t>Concepts</a:t>
            </a:r>
            <a:endParaRPr lang="en-US" b="1" i="0" spc="40" baseline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BAE716-8455-E194-36F6-E028BB522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086031"/>
              </p:ext>
            </p:extLst>
          </p:nvPr>
        </p:nvGraphicFramePr>
        <p:xfrm>
          <a:off x="692758" y="895350"/>
          <a:ext cx="10572649" cy="3582282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3465754">
                  <a:extLst>
                    <a:ext uri="{9D8B030D-6E8A-4147-A177-3AD203B41FA5}">
                      <a16:colId xmlns:a16="http://schemas.microsoft.com/office/drawing/2014/main" val="1067117487"/>
                    </a:ext>
                  </a:extLst>
                </a:gridCol>
                <a:gridCol w="3505022">
                  <a:extLst>
                    <a:ext uri="{9D8B030D-6E8A-4147-A177-3AD203B41FA5}">
                      <a16:colId xmlns:a16="http://schemas.microsoft.com/office/drawing/2014/main" val="3787281343"/>
                    </a:ext>
                  </a:extLst>
                </a:gridCol>
                <a:gridCol w="3601873">
                  <a:extLst>
                    <a:ext uri="{9D8B030D-6E8A-4147-A177-3AD203B41FA5}">
                      <a16:colId xmlns:a16="http://schemas.microsoft.com/office/drawing/2014/main" val="3669573323"/>
                    </a:ext>
                  </a:extLst>
                </a:gridCol>
              </a:tblGrid>
              <a:tr h="299838">
                <a:tc>
                  <a:txBody>
                    <a:bodyPr/>
                    <a:lstStyle/>
                    <a:p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4789" marR="60990" marT="80607" marB="80607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4789" marR="60990" marT="80607" marB="80607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4789" marR="60990" marT="80607" marB="80607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0885840"/>
                  </a:ext>
                </a:extLst>
              </a:tr>
              <a:tr h="414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Feature / Concept</a:t>
                      </a:r>
                    </a:p>
                  </a:txBody>
                  <a:tcPr marL="104789" marR="60990" marT="80607" marB="8060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  <a:effectLst/>
                        </a:rPr>
                        <a:t>Forking</a:t>
                      </a:r>
                      <a:endParaRPr lang="en-US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4789" marR="60990" marT="80607" marB="8060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  <a:effectLst/>
                        </a:rPr>
                        <a:t>Cloning</a:t>
                      </a:r>
                      <a:endParaRPr lang="en-US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4789" marR="60990" marT="80607" marB="8060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5359529"/>
                  </a:ext>
                </a:extLst>
              </a:tr>
              <a:tr h="6883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  <a:effectLst/>
                        </a:rPr>
                        <a:t>What it is</a:t>
                      </a:r>
                      <a:endParaRPr lang="en-US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4789" marR="60990" marT="80607" marB="8060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  <a:effectLst/>
                        </a:rPr>
                        <a:t>Creates your own copy of someone else’s repo </a:t>
                      </a:r>
                      <a:r>
                        <a:rPr lang="en-US" sz="1200" b="1" cap="none" spc="0">
                          <a:solidFill>
                            <a:schemeClr val="tx1"/>
                          </a:solidFill>
                          <a:effectLst/>
                        </a:rPr>
                        <a:t>on GitHub</a:t>
                      </a:r>
                      <a:endParaRPr lang="en-US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4789" marR="60990" marT="80607" marB="8060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  <a:effectLst/>
                        </a:rPr>
                        <a:t>Creates a copy of a repo </a:t>
                      </a:r>
                      <a:r>
                        <a:rPr lang="en-US" sz="1200" b="1" cap="none" spc="0">
                          <a:solidFill>
                            <a:schemeClr val="tx1"/>
                          </a:solidFill>
                          <a:effectLst/>
                        </a:rPr>
                        <a:t>on your local machine</a:t>
                      </a:r>
                      <a:endParaRPr lang="en-US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4789" marR="60990" marT="80607" marB="8060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5818344"/>
                  </a:ext>
                </a:extLst>
              </a:tr>
              <a:tr h="5514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  <a:effectLst/>
                        </a:rPr>
                        <a:t>Where it happens?</a:t>
                      </a:r>
                      <a:endParaRPr lang="en-US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4789" marR="60990" marT="80607" marB="8060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  <a:effectLst/>
                        </a:rPr>
                        <a:t>On GitHub (cloud)</a:t>
                      </a:r>
                    </a:p>
                  </a:txBody>
                  <a:tcPr marL="104789" marR="60990" marT="80607" marB="8060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On your computer (local)</a:t>
                      </a:r>
                    </a:p>
                  </a:txBody>
                  <a:tcPr marL="104789" marR="60990" marT="80607" marB="8060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2587958"/>
                  </a:ext>
                </a:extLst>
              </a:tr>
              <a:tr h="6883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  <a:effectLst/>
                        </a:rPr>
                        <a:t>Purpose</a:t>
                      </a:r>
                      <a:endParaRPr lang="en-US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4789" marR="60990" marT="80607" marB="8060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  <a:effectLst/>
                        </a:rPr>
                        <a:t>To work independently on another project; useful for contributions</a:t>
                      </a:r>
                    </a:p>
                  </a:txBody>
                  <a:tcPr marL="104789" marR="60990" marT="80607" marB="8060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To download &amp; work on any repo locally</a:t>
                      </a:r>
                    </a:p>
                  </a:txBody>
                  <a:tcPr marL="104789" marR="60990" marT="80607" marB="8060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252530"/>
                  </a:ext>
                </a:extLst>
              </a:tr>
              <a:tr h="5514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  <a:effectLst/>
                        </a:rPr>
                        <a:t>Who uses it?</a:t>
                      </a:r>
                      <a:endParaRPr lang="en-US" sz="12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4789" marR="60990" marT="80607" marB="8060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  <a:effectLst/>
                        </a:rPr>
                        <a:t>Contributors who don’t have repo access</a:t>
                      </a:r>
                    </a:p>
                  </a:txBody>
                  <a:tcPr marL="104789" marR="60990" marT="80607" marB="8060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  <a:effectLst/>
                        </a:rPr>
                        <a:t>Anyone who wants to work on a repo locally</a:t>
                      </a:r>
                    </a:p>
                  </a:txBody>
                  <a:tcPr marL="104789" marR="60990" marT="80607" marB="8060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3581008"/>
                  </a:ext>
                </a:extLst>
              </a:tr>
              <a:tr h="299838">
                <a:tc>
                  <a:txBody>
                    <a:bodyPr/>
                    <a:lstStyle/>
                    <a:p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4789" marR="60990" marT="80607" marB="80607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4789" marR="60990" marT="80607" marB="80607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4789" marR="60990" marT="80607" marB="80607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016049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7BB32E9-588E-4F5B-EF58-B0F0D2FE1675}"/>
              </a:ext>
            </a:extLst>
          </p:cNvPr>
          <p:cNvSpPr txBox="1"/>
          <p:nvPr/>
        </p:nvSpPr>
        <p:spPr>
          <a:xfrm>
            <a:off x="692759" y="4937760"/>
            <a:ext cx="8788400" cy="10248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lang="en-US" sz="2000" b="0" spc="40" dirty="0">
                <a:solidFill>
                  <a:srgbClr val="000000"/>
                </a:solidFill>
                <a:latin typeface="Arial" charset="0"/>
              </a:rPr>
              <a:t>Upstream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lang="en-US" sz="2000" b="0" spc="40" dirty="0">
                <a:solidFill>
                  <a:srgbClr val="000000"/>
                </a:solidFill>
                <a:latin typeface="Arial" charset="0"/>
              </a:rPr>
              <a:t>Https and ssh</a:t>
            </a:r>
          </a:p>
        </p:txBody>
      </p:sp>
    </p:spTree>
    <p:extLst>
      <p:ext uri="{BB962C8B-B14F-4D97-AF65-F5344CB8AC3E}">
        <p14:creationId xmlns:p14="http://schemas.microsoft.com/office/powerpoint/2010/main" val="981611416"/>
      </p:ext>
    </p:extLst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2B057-23EE-3B1D-0C34-98396B485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4375A-493C-2014-7427-E200C932D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826" y="396875"/>
            <a:ext cx="8788400" cy="498475"/>
          </a:xfr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dirty="0"/>
              <a:t>Concepts</a:t>
            </a:r>
            <a:endParaRPr lang="en-US" b="1" i="0" spc="40" baseline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C8152B-3FB8-B36F-4C5B-1395CA2E9B52}"/>
              </a:ext>
            </a:extLst>
          </p:cNvPr>
          <p:cNvSpPr txBox="1"/>
          <p:nvPr/>
        </p:nvSpPr>
        <p:spPr>
          <a:xfrm>
            <a:off x="692759" y="1078992"/>
            <a:ext cx="8788400" cy="488365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0" spc="40" dirty="0">
                <a:solidFill>
                  <a:srgbClr val="000000"/>
                </a:solidFill>
                <a:latin typeface="Arial" charset="0"/>
              </a:rPr>
              <a:t>Committing with –m vs –am </a:t>
            </a:r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0" spc="40" dirty="0">
                <a:solidFill>
                  <a:srgbClr val="000000"/>
                </a:solidFill>
                <a:latin typeface="Arial" charset="0"/>
              </a:rPr>
              <a:t>Stage </a:t>
            </a:r>
            <a:r>
              <a:rPr lang="en-US" sz="2000" b="0" spc="40" dirty="0">
                <a:solidFill>
                  <a:srgbClr val="000000"/>
                </a:solidFill>
                <a:latin typeface="Arial" charset="0"/>
                <a:sym typeface="Wingdings" panose="05000000000000000000" pitchFamily="2" charset="2"/>
              </a:rPr>
              <a:t> Commit -&gt; Push</a:t>
            </a:r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0" spc="40" dirty="0">
                <a:solidFill>
                  <a:srgbClr val="000000"/>
                </a:solidFill>
                <a:latin typeface="Arial" charset="0"/>
                <a:sym typeface="Wingdings" panose="05000000000000000000" pitchFamily="2" charset="2"/>
              </a:rPr>
              <a:t>Stash / Shelve</a:t>
            </a:r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0" spc="40" dirty="0">
                <a:solidFill>
                  <a:srgbClr val="000000"/>
                </a:solidFill>
                <a:latin typeface="Arial" charset="0"/>
                <a:sym typeface="Wingdings" panose="05000000000000000000" pitchFamily="2" charset="2"/>
              </a:rPr>
              <a:t>Rebase / Merge</a:t>
            </a:r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0" spc="40" dirty="0">
                <a:solidFill>
                  <a:srgbClr val="000000"/>
                </a:solidFill>
                <a:latin typeface="Arial" charset="0"/>
                <a:sym typeface="Wingdings" panose="05000000000000000000" pitchFamily="2" charset="2"/>
              </a:rPr>
              <a:t>Tools IDE </a:t>
            </a:r>
            <a:r>
              <a:rPr lang="en-US" sz="2000" b="0" spc="40" dirty="0" err="1">
                <a:solidFill>
                  <a:srgbClr val="000000"/>
                </a:solidFill>
                <a:latin typeface="Arial" charset="0"/>
                <a:sym typeface="Wingdings" panose="05000000000000000000" pitchFamily="2" charset="2"/>
              </a:rPr>
              <a:t>integerated</a:t>
            </a:r>
            <a:endParaRPr lang="en-US" sz="2000" b="0" spc="40" dirty="0">
              <a:solidFill>
                <a:srgbClr val="000000"/>
              </a:solidFill>
              <a:latin typeface="Arial" charset="0"/>
              <a:sym typeface="Wingdings" panose="05000000000000000000" pitchFamily="2" charset="2"/>
            </a:endParaRPr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0" spc="40" dirty="0">
                <a:solidFill>
                  <a:srgbClr val="000000"/>
                </a:solidFill>
                <a:latin typeface="Arial" charset="0"/>
                <a:sym typeface="Wingdings" panose="05000000000000000000" pitchFamily="2" charset="2"/>
              </a:rPr>
              <a:t>Tools Git Hub Desktop</a:t>
            </a:r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0" spc="40" dirty="0">
                <a:solidFill>
                  <a:srgbClr val="000000"/>
                </a:solidFill>
                <a:latin typeface="Arial" charset="0"/>
                <a:sym typeface="Wingdings" panose="05000000000000000000" pitchFamily="2" charset="2"/>
              </a:rPr>
              <a:t>GIT MCP server</a:t>
            </a:r>
            <a:endParaRPr lang="en-US" sz="2000" b="0" spc="40" dirty="0">
              <a:solidFill>
                <a:srgbClr val="000000"/>
              </a:solidFill>
              <a:latin typeface="Arial" charset="0"/>
            </a:endParaRPr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endParaRPr lang="en-US" sz="2000" b="0" spc="40" dirty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651511"/>
      </p:ext>
    </p:extLst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9826" y="708160"/>
            <a:ext cx="8788400" cy="498475"/>
          </a:xfr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b="1" i="0" spc="40" baseline="0">
                <a:latin typeface="Arial" charset="0"/>
                <a:ea typeface="Arial" charset="0"/>
                <a:cs typeface="Arial" charset="0"/>
              </a:rPr>
              <a:t>Questions?</a:t>
            </a:r>
            <a:endParaRPr lang="en-US" b="1" i="0" spc="40" baseline="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5" name="Picture 4" descr="A question mark made of leaves">
            <a:extLst>
              <a:ext uri="{FF2B5EF4-FFF2-40B4-BE49-F238E27FC236}">
                <a16:creationId xmlns:a16="http://schemas.microsoft.com/office/drawing/2014/main" id="{935CA96B-EDAE-11A2-C5BF-0B52B59A91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473485" y="1539550"/>
            <a:ext cx="2808669" cy="32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909502"/>
      </p:ext>
    </p:extLst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John Deere Masterslide">
  <a:themeElements>
    <a:clrScheme name="jd_ppt_greenyellow_template 1">
      <a:dk1>
        <a:srgbClr val="000000"/>
      </a:dk1>
      <a:lt1>
        <a:srgbClr val="FFFFFF"/>
      </a:lt1>
      <a:dk2>
        <a:srgbClr val="BAB796"/>
      </a:dk2>
      <a:lt2>
        <a:srgbClr val="D9DBC3"/>
      </a:lt2>
      <a:accent1>
        <a:srgbClr val="367C2B"/>
      </a:accent1>
      <a:accent2>
        <a:srgbClr val="FFDE00"/>
      </a:accent2>
      <a:accent3>
        <a:srgbClr val="19581D"/>
      </a:accent3>
      <a:accent4>
        <a:srgbClr val="A3AE57"/>
      </a:accent4>
      <a:accent5>
        <a:srgbClr val="695B37"/>
      </a:accent5>
      <a:accent6>
        <a:srgbClr val="F1A800"/>
      </a:accent6>
      <a:hlink>
        <a:srgbClr val="367C2B"/>
      </a:hlink>
      <a:folHlink>
        <a:srgbClr val="666666"/>
      </a:folHlink>
    </a:clrScheme>
    <a:fontScheme name="jd_ppt_blackyellow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  <a:ln>
          <a:noFill/>
        </a:ln>
        <a:effectLst/>
      </a:spPr>
      <a:bodyPr rot="0" spcFirstLastPara="0" vertOverflow="overflow" horzOverflow="overflow" vert="horz" wrap="square" lIns="228600" tIns="118872" rIns="228600" bIns="118872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0000"/>
          </a:lnSpc>
          <a:spcAft>
            <a:spcPts val="900"/>
          </a:spcAft>
          <a:defRPr sz="2000" b="0" spc="40" dirty="0" smtClean="0">
            <a:solidFill>
              <a:srgbClr val="000000"/>
            </a:solidFill>
            <a:latin typeface="Arial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110000"/>
          </a:lnSpc>
          <a:spcAft>
            <a:spcPts val="900"/>
          </a:spcAft>
          <a:defRPr sz="2000" b="0" spc="40" dirty="0" err="1" smtClean="0">
            <a:solidFill>
              <a:srgbClr val="000000"/>
            </a:solidFill>
            <a:latin typeface="Arial" charset="0"/>
          </a:defRPr>
        </a:defPPr>
      </a:lstStyle>
    </a:txDef>
  </a:objectDefaults>
  <a:extraClrSchemeLst>
    <a:extraClrScheme>
      <a:clrScheme name="jd_ppt_blackyellow_template 1">
        <a:dk1>
          <a:srgbClr val="000000"/>
        </a:dk1>
        <a:lt1>
          <a:srgbClr val="FFFFFF"/>
        </a:lt1>
        <a:dk2>
          <a:srgbClr val="367C2B"/>
        </a:dk2>
        <a:lt2>
          <a:srgbClr val="CCCCCC"/>
        </a:lt2>
        <a:accent1>
          <a:srgbClr val="367C2B"/>
        </a:accent1>
        <a:accent2>
          <a:srgbClr val="FFDE00"/>
        </a:accent2>
        <a:accent3>
          <a:srgbClr val="FFFFFF"/>
        </a:accent3>
        <a:accent4>
          <a:srgbClr val="000000"/>
        </a:accent4>
        <a:accent5>
          <a:srgbClr val="AEBFAC"/>
        </a:accent5>
        <a:accent6>
          <a:srgbClr val="E7C900"/>
        </a:accent6>
        <a:hlink>
          <a:srgbClr val="367C2B"/>
        </a:hlink>
        <a:folHlink>
          <a:srgbClr val="367C2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_Widescreen_GY_BASIC_01-12-21" id="{56C8F36E-D8BE-6F41-AD09-1B5AC3DEE71E}" vid="{6F492159-2825-4646-87B7-25D851844D70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df9a5b7-1570-4fbc-8c8a-9e913bfe860a" xsi:nil="true"/>
    <lcf76f155ced4ddcb4097134ff3c332f xmlns="add21d0d-1c4d-4112-9289-b25a9b2b2cbf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6F93896CC9EA40948F17412E74E370" ma:contentTypeVersion="16" ma:contentTypeDescription="Create a new document." ma:contentTypeScope="" ma:versionID="c7893c46fe25be791aa151bf3b577aef">
  <xsd:schema xmlns:xsd="http://www.w3.org/2001/XMLSchema" xmlns:xs="http://www.w3.org/2001/XMLSchema" xmlns:p="http://schemas.microsoft.com/office/2006/metadata/properties" xmlns:ns2="add21d0d-1c4d-4112-9289-b25a9b2b2cbf" xmlns:ns3="8df9a5b7-1570-4fbc-8c8a-9e913bfe860a" targetNamespace="http://schemas.microsoft.com/office/2006/metadata/properties" ma:root="true" ma:fieldsID="d0258ea8aafc4ce9ce44082093b33bd0" ns2:_="" ns3:_="">
    <xsd:import namespace="add21d0d-1c4d-4112-9289-b25a9b2b2cbf"/>
    <xsd:import namespace="8df9a5b7-1570-4fbc-8c8a-9e913bfe86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d21d0d-1c4d-4112-9289-b25a9b2b2c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7bfce6e-1b76-4ad8-a418-d83338899b1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f9a5b7-1570-4fbc-8c8a-9e913bfe860a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8a8136d7-fc09-4bb8-8b70-e4d3216418b6}" ma:internalName="TaxCatchAll" ma:showField="CatchAllData" ma:web="8df9a5b7-1570-4fbc-8c8a-9e913bfe86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4525746-2791-44EA-8798-DC5EAEDAB800}">
  <ds:schemaRefs>
    <ds:schemaRef ds:uri="8df9a5b7-1570-4fbc-8c8a-9e913bfe860a"/>
    <ds:schemaRef ds:uri="add21d0d-1c4d-4112-9289-b25a9b2b2cb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ABA3080-559E-440B-A7AE-E99F0CA3F357}">
  <ds:schemaRefs>
    <ds:schemaRef ds:uri="8df9a5b7-1570-4fbc-8c8a-9e913bfe860a"/>
    <ds:schemaRef ds:uri="add21d0d-1c4d-4112-9289-b25a9b2b2cb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DE836FA-D228-4003-AF4F-43259BA8831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388fff8-b053-4fb1-90cd-f0bc93ae9791}" enabled="1" method="Privileged" siteId="{39b03722-b836-496a-85ec-850f0957ca6b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IntelligentEdge_RabbitMq</Template>
  <TotalTime>1452</TotalTime>
  <Words>800</Words>
  <Application>Microsoft Office PowerPoint</Application>
  <PresentationFormat>Custom</PresentationFormat>
  <Paragraphs>127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.AppleSystemUIFont</vt:lpstr>
      <vt:lpstr>Arial</vt:lpstr>
      <vt:lpstr>Arial</vt:lpstr>
      <vt:lpstr>Calibri</vt:lpstr>
      <vt:lpstr>Verdana</vt:lpstr>
      <vt:lpstr>John Deere Masterslide</vt:lpstr>
      <vt:lpstr>Branching strategy</vt:lpstr>
      <vt:lpstr>Agenda</vt:lpstr>
      <vt:lpstr>Who &amp; why we need it?</vt:lpstr>
      <vt:lpstr>How and where to implement it?</vt:lpstr>
      <vt:lpstr>Comparison</vt:lpstr>
      <vt:lpstr>Let’s decide for us</vt:lpstr>
      <vt:lpstr>Concepts</vt:lpstr>
      <vt:lpstr>Concepts</vt:lpstr>
      <vt:lpstr>Questions?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RabbitMQ utilizing Deere’s Intelligent Edge infrastructure</dc:title>
  <dc:creator>Sharma Shubhashish</dc:creator>
  <cp:lastModifiedBy>Shishu V</cp:lastModifiedBy>
  <cp:revision>10</cp:revision>
  <dcterms:created xsi:type="dcterms:W3CDTF">2023-01-13T07:14:03Z</dcterms:created>
  <dcterms:modified xsi:type="dcterms:W3CDTF">2026-01-20T10:07:57Z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0x0101009F6F93896CC9EA40948F17412E74E370</vt:lpwstr>
  </property>
  <property fmtid="{D5CDD505-2E9C-101B-9397-08002B2CF9AE}" pid="3" name="MediaServiceImageTags">
    <vt:lpwstr/>
  </property>
  <property fmtid="{D5CDD505-2E9C-101B-9397-08002B2CF9AE}" pid="4" name="MSIP_Label_6388fff8-b053-4fb1-90cd-f0bc93ae9791_ContentBits">
    <vt:lpwstr>2</vt:lpwstr>
  </property>
  <property fmtid="{D5CDD505-2E9C-101B-9397-08002B2CF9AE}" pid="5" name="MSIP_Label_6388fff8-b053-4fb1-90cd-f0bc93ae9791_SiteId">
    <vt:lpwstr>39b03722-b836-496a-85ec-850f0957ca6b</vt:lpwstr>
  </property>
  <property fmtid="{D5CDD505-2E9C-101B-9397-08002B2CF9AE}" pid="6" name="MSIP_Label_6388fff8-b053-4fb1-90cd-f0bc93ae9791_SetDate">
    <vt:lpwstr>2023-06-20T05:42:20Z</vt:lpwstr>
  </property>
  <property fmtid="{D5CDD505-2E9C-101B-9397-08002B2CF9AE}" pid="7" name="MSIP_Label_6388fff8-b053-4fb1-90cd-f0bc93ae9791_Enabled">
    <vt:lpwstr>true</vt:lpwstr>
  </property>
  <property fmtid="{D5CDD505-2E9C-101B-9397-08002B2CF9AE}" pid="8" name="MSIP_Label_6388fff8-b053-4fb1-90cd-f0bc93ae9791_Name">
    <vt:lpwstr>Company Use</vt:lpwstr>
  </property>
  <property fmtid="{D5CDD505-2E9C-101B-9397-08002B2CF9AE}" pid="9" name="MSIP_Label_6388fff8-b053-4fb1-90cd-f0bc93ae9791_ActionId">
    <vt:lpwstr>7324efc0-4e4f-4fc1-8f95-c6c5726b329a</vt:lpwstr>
  </property>
  <property fmtid="{D5CDD505-2E9C-101B-9397-08002B2CF9AE}" pid="10" name="ClassificationContentMarkingFooterText">
    <vt:lpwstr>Company Use</vt:lpwstr>
  </property>
  <property fmtid="{D5CDD505-2E9C-101B-9397-08002B2CF9AE}" pid="11" name="MSIP_Label_6388fff8-b053-4fb1-90cd-f0bc93ae9791_Method">
    <vt:lpwstr>Privileged</vt:lpwstr>
  </property>
  <property fmtid="{D5CDD505-2E9C-101B-9397-08002B2CF9AE}" pid="12" name="ClassificationContentMarkingFooterLocations">
    <vt:lpwstr>John Deere Masterslide:2</vt:lpwstr>
  </property>
</Properties>
</file>